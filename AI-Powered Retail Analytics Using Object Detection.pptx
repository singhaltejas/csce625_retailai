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 id="2147483690"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6858000" cy="9144000"/>
  <p:embeddedFontLst>
    <p:embeddedFont>
      <p:font typeface="Cambria" panose="02040503050406030204" pitchFamily="18" charset="0"/>
      <p:regular r:id="rId20"/>
      <p:bold r:id="rId21"/>
      <p:italic r:id="rId22"/>
      <p:boldItalic r:id="rId23"/>
    </p:embeddedFont>
    <p:embeddedFont>
      <p:font typeface="IBM Plex Mono" panose="020B0509050203000203" pitchFamily="49" charset="77"/>
      <p:regular r:id="rId24"/>
      <p:bold r:id="rId25"/>
      <p:italic r:id="rId26"/>
      <p:boldItalic r:id="rId27"/>
    </p:embeddedFont>
    <p:embeddedFont>
      <p:font typeface="Open Sans" panose="020B0606030504020204" pitchFamily="34" charset="0"/>
      <p:regular r:id="rId28"/>
      <p:bold r:id="rId29"/>
      <p:italic r:id="rId30"/>
      <p:boldItalic r:id="rId31"/>
    </p:embeddedFont>
    <p:embeddedFont>
      <p:font typeface="Poppins" pitchFamily="2" charset="77"/>
      <p:regular r:id="rId32"/>
      <p:bold r:id="rId33"/>
      <p:italic r:id="rId34"/>
      <p:boldItalic r:id="rId35"/>
    </p:embeddedFont>
    <p:embeddedFont>
      <p:font typeface="PT Sans" panose="020B0503020203020204" pitchFamily="34" charset="77"/>
      <p:regular r:id="rId36"/>
      <p:bold r:id="rId37"/>
      <p:italic r:id="rId38"/>
      <p:boldItalic r:id="rId39"/>
    </p:embeddedFont>
    <p:embeddedFont>
      <p:font typeface="Roboto Condensed Light" panose="020F0302020204030204" pitchFamily="34" charset="0"/>
      <p:regular r:id="rId40"/>
    </p:embeddedFont>
    <p:embeddedFont>
      <p:font typeface="Source Code Pro" panose="020B0509030403020204" pitchFamily="49"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780D4E-5386-4E41-986B-1C15554F0A9B}">
  <a:tblStyle styleId="{5F780D4E-5386-4E41-986B-1C15554F0A9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98"/>
  </p:normalViewPr>
  <p:slideViewPr>
    <p:cSldViewPr snapToGrid="0">
      <p:cViewPr varScale="1">
        <p:scale>
          <a:sx n="135" d="100"/>
          <a:sy n="135" d="100"/>
        </p:scale>
        <p:origin x="184" y="82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font" Target="fonts/font2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viewProps" Target="viewProps.xml"/><Relationship Id="rId20" Type="http://schemas.openxmlformats.org/officeDocument/2006/relationships/font" Target="fonts/font1.fntdata"/><Relationship Id="rId41"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
        <p:cNvGrpSpPr/>
        <p:nvPr/>
      </p:nvGrpSpPr>
      <p:grpSpPr>
        <a:xfrm>
          <a:off x="0" y="0"/>
          <a:ext cx="0" cy="0"/>
          <a:chOff x="0" y="0"/>
          <a:chExt cx="0" cy="0"/>
        </a:xfrm>
      </p:grpSpPr>
      <p:sp>
        <p:nvSpPr>
          <p:cNvPr id="1466" name="Google Shape;1466;g34f7e6f6484_2_14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7" name="Google Shape;1467;g34f7e6f6484_2_1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g34f7e6f6484_2_14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4" name="Google Shape;1494;g34f7e6f6484_2_1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8"/>
        <p:cNvGrpSpPr/>
        <p:nvPr/>
      </p:nvGrpSpPr>
      <p:grpSpPr>
        <a:xfrm>
          <a:off x="0" y="0"/>
          <a:ext cx="0" cy="0"/>
          <a:chOff x="0" y="0"/>
          <a:chExt cx="0" cy="0"/>
        </a:xfrm>
      </p:grpSpPr>
      <p:sp>
        <p:nvSpPr>
          <p:cNvPr id="1499" name="Google Shape;1499;g34f7e6f6484_2_14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0" name="Google Shape;1500;g34f7e6f6484_2_14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4"/>
        <p:cNvGrpSpPr/>
        <p:nvPr/>
      </p:nvGrpSpPr>
      <p:grpSpPr>
        <a:xfrm>
          <a:off x="0" y="0"/>
          <a:ext cx="0" cy="0"/>
          <a:chOff x="0" y="0"/>
          <a:chExt cx="0" cy="0"/>
        </a:xfrm>
      </p:grpSpPr>
      <p:sp>
        <p:nvSpPr>
          <p:cNvPr id="1505" name="Google Shape;1505;g34f800afe6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6" name="Google Shape;1506;g34f800afe6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34f7e6f6484_2_14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34f7e6f6484_2_1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g34f835c8b8f_1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7" name="Google Shape;1527;g34f835c8b8f_1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g34f835c8b8f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4" name="Google Shape;1534;g34f835c8b8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3"/>
        <p:cNvGrpSpPr/>
        <p:nvPr/>
      </p:nvGrpSpPr>
      <p:grpSpPr>
        <a:xfrm>
          <a:off x="0" y="0"/>
          <a:ext cx="0" cy="0"/>
          <a:chOff x="0" y="0"/>
          <a:chExt cx="0" cy="0"/>
        </a:xfrm>
      </p:grpSpPr>
      <p:sp>
        <p:nvSpPr>
          <p:cNvPr id="1544" name="Google Shape;1544;g34f835c8b8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5" name="Google Shape;1545;g34f835c8b8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g34f835c8b8f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1" name="Google Shape;1551;g34f835c8b8f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latin typeface="Cambria"/>
              <a:ea typeface="Cambria"/>
              <a:cs typeface="Cambria"/>
              <a:sym typeface="Cambri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34f835c8b8f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34f835c8b8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0"/>
        <p:cNvGrpSpPr/>
        <p:nvPr/>
      </p:nvGrpSpPr>
      <p:grpSpPr>
        <a:xfrm>
          <a:off x="0" y="0"/>
          <a:ext cx="0" cy="0"/>
          <a:chOff x="0" y="0"/>
          <a:chExt cx="0" cy="0"/>
        </a:xfrm>
      </p:grpSpPr>
      <p:sp>
        <p:nvSpPr>
          <p:cNvPr id="1571" name="Google Shape;1571;g34f835c8b8f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2" name="Google Shape;1572;g34f835c8b8f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7"/>
        <p:cNvGrpSpPr/>
        <p:nvPr/>
      </p:nvGrpSpPr>
      <p:grpSpPr>
        <a:xfrm>
          <a:off x="0" y="0"/>
          <a:ext cx="0" cy="0"/>
          <a:chOff x="0" y="0"/>
          <a:chExt cx="0" cy="0"/>
        </a:xfrm>
      </p:grpSpPr>
      <p:sp>
        <p:nvSpPr>
          <p:cNvPr id="1578" name="Google Shape;1578;g34f835c8b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9" name="Google Shape;1579;g34f835c8b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4"/>
        <p:cNvGrpSpPr/>
        <p:nvPr/>
      </p:nvGrpSpPr>
      <p:grpSpPr>
        <a:xfrm>
          <a:off x="0" y="0"/>
          <a:ext cx="0" cy="0"/>
          <a:chOff x="0" y="0"/>
          <a:chExt cx="0" cy="0"/>
        </a:xfrm>
      </p:grpSpPr>
      <p:sp>
        <p:nvSpPr>
          <p:cNvPr id="1585" name="Google Shape;1585;g34f835c8b8f_3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6" name="Google Shape;1586;g34f835c8b8f_3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1"/>
        <p:cNvGrpSpPr/>
        <p:nvPr/>
      </p:nvGrpSpPr>
      <p:grpSpPr>
        <a:xfrm>
          <a:off x="0" y="0"/>
          <a:ext cx="0" cy="0"/>
          <a:chOff x="0" y="0"/>
          <a:chExt cx="0" cy="0"/>
        </a:xfrm>
      </p:grpSpPr>
      <p:sp>
        <p:nvSpPr>
          <p:cNvPr id="1592" name="Google Shape;1592;g34f835c8b8f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3" name="Google Shape;1593;g34f835c8b8f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9"/>
        <p:cNvGrpSpPr/>
        <p:nvPr/>
      </p:nvGrpSpPr>
      <p:grpSpPr>
        <a:xfrm>
          <a:off x="0" y="0"/>
          <a:ext cx="0" cy="0"/>
          <a:chOff x="0" y="0"/>
          <a:chExt cx="0" cy="0"/>
        </a:xfrm>
      </p:grpSpPr>
      <p:sp>
        <p:nvSpPr>
          <p:cNvPr id="1600" name="Google Shape;1600;g34f835c8b8f_3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1" name="Google Shape;1601;g34f835c8b8f_3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6"/>
        <p:cNvGrpSpPr/>
        <p:nvPr/>
      </p:nvGrpSpPr>
      <p:grpSpPr>
        <a:xfrm>
          <a:off x="0" y="0"/>
          <a:ext cx="0" cy="0"/>
          <a:chOff x="0" y="0"/>
          <a:chExt cx="0" cy="0"/>
        </a:xfrm>
      </p:grpSpPr>
      <p:sp>
        <p:nvSpPr>
          <p:cNvPr id="1607" name="Google Shape;1607;g34f7e6f6484_2_15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8" name="Google Shape;1608;g34f7e6f6484_2_1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grpSp>
        <p:nvGrpSpPr>
          <p:cNvPr id="54" name="Google Shape;54;p14"/>
          <p:cNvGrpSpPr/>
          <p:nvPr/>
        </p:nvGrpSpPr>
        <p:grpSpPr>
          <a:xfrm>
            <a:off x="-3255180" y="-2900775"/>
            <a:ext cx="10039930" cy="6871129"/>
            <a:chOff x="-3102780" y="-2727750"/>
            <a:chExt cx="10039930" cy="6871129"/>
          </a:xfrm>
        </p:grpSpPr>
        <p:grpSp>
          <p:nvGrpSpPr>
            <p:cNvPr id="55" name="Google Shape;55;p14"/>
            <p:cNvGrpSpPr/>
            <p:nvPr/>
          </p:nvGrpSpPr>
          <p:grpSpPr>
            <a:xfrm rot="-7778255">
              <a:off x="-2414440" y="-1445047"/>
              <a:ext cx="5355679" cy="4305724"/>
              <a:chOff x="7103825" y="-713112"/>
              <a:chExt cx="3785226" cy="3043150"/>
            </a:xfrm>
          </p:grpSpPr>
          <p:sp>
            <p:nvSpPr>
              <p:cNvPr id="56" name="Google Shape;56;p1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 name="Google Shape;57;p14"/>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58" name="Google Shape;58;p14"/>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4"/>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4"/>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61" name="Google Shape;61;p14"/>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4"/>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14"/>
            <p:cNvGrpSpPr/>
            <p:nvPr/>
          </p:nvGrpSpPr>
          <p:grpSpPr>
            <a:xfrm flipH="1">
              <a:off x="4446909" y="391151"/>
              <a:ext cx="134044" cy="134013"/>
              <a:chOff x="1101075" y="2142375"/>
              <a:chExt cx="439200" cy="439100"/>
            </a:xfrm>
          </p:grpSpPr>
          <p:sp>
            <p:nvSpPr>
              <p:cNvPr id="64" name="Google Shape;64;p1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66;p14"/>
            <p:cNvGrpSpPr/>
            <p:nvPr/>
          </p:nvGrpSpPr>
          <p:grpSpPr>
            <a:xfrm flipH="1">
              <a:off x="1373609" y="694563"/>
              <a:ext cx="134044" cy="134013"/>
              <a:chOff x="1101075" y="2142375"/>
              <a:chExt cx="439200" cy="439100"/>
            </a:xfrm>
          </p:grpSpPr>
          <p:sp>
            <p:nvSpPr>
              <p:cNvPr id="67" name="Google Shape;67;p1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69;p14"/>
            <p:cNvGrpSpPr/>
            <p:nvPr/>
          </p:nvGrpSpPr>
          <p:grpSpPr>
            <a:xfrm flipH="1">
              <a:off x="1086834" y="957463"/>
              <a:ext cx="134044" cy="134013"/>
              <a:chOff x="1101075" y="2142375"/>
              <a:chExt cx="439200" cy="439100"/>
            </a:xfrm>
          </p:grpSpPr>
          <p:sp>
            <p:nvSpPr>
              <p:cNvPr id="70" name="Google Shape;70;p1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72;p14"/>
            <p:cNvGrpSpPr/>
            <p:nvPr/>
          </p:nvGrpSpPr>
          <p:grpSpPr>
            <a:xfrm flipH="1">
              <a:off x="277709" y="957463"/>
              <a:ext cx="134044" cy="134013"/>
              <a:chOff x="1101075" y="2142375"/>
              <a:chExt cx="439200" cy="439100"/>
            </a:xfrm>
          </p:grpSpPr>
          <p:sp>
            <p:nvSpPr>
              <p:cNvPr id="73" name="Google Shape;73;p1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14"/>
            <p:cNvGrpSpPr/>
            <p:nvPr/>
          </p:nvGrpSpPr>
          <p:grpSpPr>
            <a:xfrm flipH="1">
              <a:off x="277709" y="640813"/>
              <a:ext cx="134044" cy="134013"/>
              <a:chOff x="1101075" y="2142375"/>
              <a:chExt cx="439200" cy="439100"/>
            </a:xfrm>
          </p:grpSpPr>
          <p:sp>
            <p:nvSpPr>
              <p:cNvPr id="76" name="Google Shape;76;p1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8" name="Google Shape;78;p14"/>
          <p:cNvGrpSpPr/>
          <p:nvPr/>
        </p:nvGrpSpPr>
        <p:grpSpPr>
          <a:xfrm>
            <a:off x="6385735" y="3039700"/>
            <a:ext cx="3920501" cy="3213899"/>
            <a:chOff x="6309535" y="2842975"/>
            <a:chExt cx="3920501" cy="3213899"/>
          </a:xfrm>
        </p:grpSpPr>
        <p:pic>
          <p:nvPicPr>
            <p:cNvPr id="79" name="Google Shape;79;p14"/>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80" name="Google Shape;80;p14"/>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4"/>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14"/>
            <p:cNvGrpSpPr/>
            <p:nvPr/>
          </p:nvGrpSpPr>
          <p:grpSpPr>
            <a:xfrm>
              <a:off x="7280400" y="3719575"/>
              <a:ext cx="582050" cy="582425"/>
              <a:chOff x="959750" y="3039275"/>
              <a:chExt cx="582050" cy="582425"/>
            </a:xfrm>
          </p:grpSpPr>
          <p:sp>
            <p:nvSpPr>
              <p:cNvPr id="83" name="Google Shape;83;p1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14"/>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 name="Google Shape;91;p14"/>
            <p:cNvGrpSpPr/>
            <p:nvPr/>
          </p:nvGrpSpPr>
          <p:grpSpPr>
            <a:xfrm>
              <a:off x="8337812" y="3492483"/>
              <a:ext cx="699928" cy="1651024"/>
              <a:chOff x="8337812" y="3492483"/>
              <a:chExt cx="699928" cy="1651024"/>
            </a:xfrm>
          </p:grpSpPr>
          <p:sp>
            <p:nvSpPr>
              <p:cNvPr id="92" name="Google Shape;92;p1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14"/>
            <p:cNvGrpSpPr/>
            <p:nvPr/>
          </p:nvGrpSpPr>
          <p:grpSpPr>
            <a:xfrm>
              <a:off x="7945225" y="4302000"/>
              <a:ext cx="904666" cy="726121"/>
              <a:chOff x="7945225" y="4302000"/>
              <a:chExt cx="904666" cy="726121"/>
            </a:xfrm>
          </p:grpSpPr>
          <p:sp>
            <p:nvSpPr>
              <p:cNvPr id="96" name="Google Shape;96;p1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 name="Google Shape;99;p14"/>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0" name="Google Shape;100;p14"/>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01" name="Google Shape;101;p14"/>
          <p:cNvGrpSpPr/>
          <p:nvPr/>
        </p:nvGrpSpPr>
        <p:grpSpPr>
          <a:xfrm>
            <a:off x="-309885" y="3617406"/>
            <a:ext cx="1448824" cy="2238804"/>
            <a:chOff x="-309885" y="3617406"/>
            <a:chExt cx="1448824" cy="2238804"/>
          </a:xfrm>
        </p:grpSpPr>
        <p:grpSp>
          <p:nvGrpSpPr>
            <p:cNvPr id="102" name="Google Shape;102;p14"/>
            <p:cNvGrpSpPr/>
            <p:nvPr/>
          </p:nvGrpSpPr>
          <p:grpSpPr>
            <a:xfrm>
              <a:off x="-277007" y="3870159"/>
              <a:ext cx="981772" cy="1986051"/>
              <a:chOff x="-293545" y="3454371"/>
              <a:chExt cx="981772" cy="1986051"/>
            </a:xfrm>
          </p:grpSpPr>
          <p:sp>
            <p:nvSpPr>
              <p:cNvPr id="103" name="Google Shape;103;p14"/>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4"/>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 name="Google Shape;105;p14"/>
            <p:cNvGrpSpPr/>
            <p:nvPr/>
          </p:nvGrpSpPr>
          <p:grpSpPr>
            <a:xfrm>
              <a:off x="363249" y="4906873"/>
              <a:ext cx="699940" cy="478601"/>
              <a:chOff x="39722" y="4349021"/>
              <a:chExt cx="1061964" cy="726143"/>
            </a:xfrm>
          </p:grpSpPr>
          <p:grpSp>
            <p:nvGrpSpPr>
              <p:cNvPr id="106" name="Google Shape;106;p14"/>
              <p:cNvGrpSpPr/>
              <p:nvPr/>
            </p:nvGrpSpPr>
            <p:grpSpPr>
              <a:xfrm rot="2700000">
                <a:off x="140502" y="4460924"/>
                <a:ext cx="524584" cy="502337"/>
                <a:chOff x="1189791" y="-1767331"/>
                <a:chExt cx="904284" cy="865933"/>
              </a:xfrm>
            </p:grpSpPr>
            <p:sp>
              <p:nvSpPr>
                <p:cNvPr id="107" name="Google Shape;107;p1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14"/>
                <p:cNvGrpSpPr/>
                <p:nvPr/>
              </p:nvGrpSpPr>
              <p:grpSpPr>
                <a:xfrm>
                  <a:off x="1232795" y="-1740829"/>
                  <a:ext cx="717621" cy="717392"/>
                  <a:chOff x="1483457" y="3953671"/>
                  <a:chExt cx="717621" cy="717392"/>
                </a:xfrm>
              </p:grpSpPr>
              <p:sp>
                <p:nvSpPr>
                  <p:cNvPr id="109" name="Google Shape;109;p1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4" name="Google Shape;114;p1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4"/>
            <p:cNvGrpSpPr/>
            <p:nvPr/>
          </p:nvGrpSpPr>
          <p:grpSpPr>
            <a:xfrm rot="-5400000">
              <a:off x="-461873" y="3769393"/>
              <a:ext cx="1351491" cy="1047516"/>
              <a:chOff x="-2460210" y="2758493"/>
              <a:chExt cx="1351491" cy="1047516"/>
            </a:xfrm>
          </p:grpSpPr>
          <p:sp>
            <p:nvSpPr>
              <p:cNvPr id="116" name="Google Shape;116;p14"/>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4"/>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4"/>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4"/>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 name="Google Shape;120;p14"/>
            <p:cNvGrpSpPr/>
            <p:nvPr/>
          </p:nvGrpSpPr>
          <p:grpSpPr>
            <a:xfrm>
              <a:off x="438999" y="4567398"/>
              <a:ext cx="699940" cy="478601"/>
              <a:chOff x="39722" y="4349021"/>
              <a:chExt cx="1061964" cy="726143"/>
            </a:xfrm>
          </p:grpSpPr>
          <p:grpSp>
            <p:nvGrpSpPr>
              <p:cNvPr id="121" name="Google Shape;121;p14"/>
              <p:cNvGrpSpPr/>
              <p:nvPr/>
            </p:nvGrpSpPr>
            <p:grpSpPr>
              <a:xfrm rot="2700000">
                <a:off x="140502" y="4460924"/>
                <a:ext cx="524584" cy="502337"/>
                <a:chOff x="1189791" y="-1767331"/>
                <a:chExt cx="904284" cy="865933"/>
              </a:xfrm>
            </p:grpSpPr>
            <p:sp>
              <p:nvSpPr>
                <p:cNvPr id="122" name="Google Shape;122;p1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14"/>
                <p:cNvGrpSpPr/>
                <p:nvPr/>
              </p:nvGrpSpPr>
              <p:grpSpPr>
                <a:xfrm>
                  <a:off x="1232795" y="-1740829"/>
                  <a:ext cx="717621" cy="717392"/>
                  <a:chOff x="1483457" y="3953671"/>
                  <a:chExt cx="717621" cy="717392"/>
                </a:xfrm>
              </p:grpSpPr>
              <p:sp>
                <p:nvSpPr>
                  <p:cNvPr id="124" name="Google Shape;124;p1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9" name="Google Shape;129;p1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14"/>
            <p:cNvGrpSpPr/>
            <p:nvPr/>
          </p:nvGrpSpPr>
          <p:grpSpPr>
            <a:xfrm>
              <a:off x="-65076" y="4623886"/>
              <a:ext cx="699940" cy="478601"/>
              <a:chOff x="39722" y="4349021"/>
              <a:chExt cx="1061964" cy="726143"/>
            </a:xfrm>
          </p:grpSpPr>
          <p:grpSp>
            <p:nvGrpSpPr>
              <p:cNvPr id="131" name="Google Shape;131;p14"/>
              <p:cNvGrpSpPr/>
              <p:nvPr/>
            </p:nvGrpSpPr>
            <p:grpSpPr>
              <a:xfrm rot="2700000">
                <a:off x="140502" y="4460924"/>
                <a:ext cx="524584" cy="502337"/>
                <a:chOff x="1189791" y="-1767331"/>
                <a:chExt cx="904284" cy="865933"/>
              </a:xfrm>
            </p:grpSpPr>
            <p:sp>
              <p:nvSpPr>
                <p:cNvPr id="132" name="Google Shape;132;p1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 name="Google Shape;133;p14"/>
                <p:cNvGrpSpPr/>
                <p:nvPr/>
              </p:nvGrpSpPr>
              <p:grpSpPr>
                <a:xfrm>
                  <a:off x="1232795" y="-1740829"/>
                  <a:ext cx="717621" cy="717392"/>
                  <a:chOff x="1483457" y="3953671"/>
                  <a:chExt cx="717621" cy="717392"/>
                </a:xfrm>
              </p:grpSpPr>
              <p:sp>
                <p:nvSpPr>
                  <p:cNvPr id="134" name="Google Shape;134;p1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9" name="Google Shape;139;p1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0"/>
        <p:cNvGrpSpPr/>
        <p:nvPr/>
      </p:nvGrpSpPr>
      <p:grpSpPr>
        <a:xfrm>
          <a:off x="0" y="0"/>
          <a:ext cx="0" cy="0"/>
          <a:chOff x="0" y="0"/>
          <a:chExt cx="0" cy="0"/>
        </a:xfrm>
      </p:grpSpPr>
      <p:sp>
        <p:nvSpPr>
          <p:cNvPr id="141" name="Google Shape;141;p15"/>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2" name="Google Shape;142;p15"/>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200">
                <a:latin typeface="Poppins"/>
                <a:ea typeface="Poppins"/>
                <a:cs typeface="Poppins"/>
                <a:sym typeface="Poppins"/>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43" name="Google Shape;143;p15"/>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44" name="Google Shape;144;p15"/>
          <p:cNvGrpSpPr/>
          <p:nvPr/>
        </p:nvGrpSpPr>
        <p:grpSpPr>
          <a:xfrm>
            <a:off x="-539206" y="-1717975"/>
            <a:ext cx="4397193" cy="4171657"/>
            <a:chOff x="-494406" y="-1584825"/>
            <a:chExt cx="4397193" cy="4171657"/>
          </a:xfrm>
        </p:grpSpPr>
        <p:grpSp>
          <p:nvGrpSpPr>
            <p:cNvPr id="145" name="Google Shape;145;p15"/>
            <p:cNvGrpSpPr/>
            <p:nvPr/>
          </p:nvGrpSpPr>
          <p:grpSpPr>
            <a:xfrm>
              <a:off x="-494406" y="-252396"/>
              <a:ext cx="1741563" cy="1288563"/>
              <a:chOff x="-494406" y="-252396"/>
              <a:chExt cx="1741563" cy="1288563"/>
            </a:xfrm>
          </p:grpSpPr>
          <p:sp>
            <p:nvSpPr>
              <p:cNvPr id="146" name="Google Shape;146;p15"/>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5"/>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5"/>
            <p:cNvGrpSpPr/>
            <p:nvPr/>
          </p:nvGrpSpPr>
          <p:grpSpPr>
            <a:xfrm>
              <a:off x="245875" y="-51824"/>
              <a:ext cx="208200" cy="1824700"/>
              <a:chOff x="1040050" y="3812126"/>
              <a:chExt cx="208200" cy="1824700"/>
            </a:xfrm>
          </p:grpSpPr>
          <p:sp>
            <p:nvSpPr>
              <p:cNvPr id="149" name="Google Shape;149;p15"/>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5"/>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 name="Google Shape;151;p15"/>
            <p:cNvGrpSpPr/>
            <p:nvPr/>
          </p:nvGrpSpPr>
          <p:grpSpPr>
            <a:xfrm>
              <a:off x="441574" y="-36652"/>
              <a:ext cx="699940" cy="478601"/>
              <a:chOff x="39722" y="4349021"/>
              <a:chExt cx="1061964" cy="726143"/>
            </a:xfrm>
          </p:grpSpPr>
          <p:grpSp>
            <p:nvGrpSpPr>
              <p:cNvPr id="152" name="Google Shape;152;p15"/>
              <p:cNvGrpSpPr/>
              <p:nvPr/>
            </p:nvGrpSpPr>
            <p:grpSpPr>
              <a:xfrm rot="2700000">
                <a:off x="140502" y="4460924"/>
                <a:ext cx="524584" cy="502337"/>
                <a:chOff x="1189791" y="-1767331"/>
                <a:chExt cx="904284" cy="865933"/>
              </a:xfrm>
            </p:grpSpPr>
            <p:sp>
              <p:nvSpPr>
                <p:cNvPr id="153" name="Google Shape;153;p1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 name="Google Shape;154;p15"/>
                <p:cNvGrpSpPr/>
                <p:nvPr/>
              </p:nvGrpSpPr>
              <p:grpSpPr>
                <a:xfrm>
                  <a:off x="1232795" y="-1740829"/>
                  <a:ext cx="717621" cy="717392"/>
                  <a:chOff x="1483457" y="3953671"/>
                  <a:chExt cx="717621" cy="717392"/>
                </a:xfrm>
              </p:grpSpPr>
              <p:sp>
                <p:nvSpPr>
                  <p:cNvPr id="155" name="Google Shape;155;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0" name="Google Shape;160;p1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15"/>
            <p:cNvGrpSpPr/>
            <p:nvPr/>
          </p:nvGrpSpPr>
          <p:grpSpPr>
            <a:xfrm>
              <a:off x="955673" y="11"/>
              <a:ext cx="592576" cy="405260"/>
              <a:chOff x="39722" y="4349021"/>
              <a:chExt cx="1061964" cy="726143"/>
            </a:xfrm>
          </p:grpSpPr>
          <p:grpSp>
            <p:nvGrpSpPr>
              <p:cNvPr id="162" name="Google Shape;162;p15"/>
              <p:cNvGrpSpPr/>
              <p:nvPr/>
            </p:nvGrpSpPr>
            <p:grpSpPr>
              <a:xfrm rot="2700000">
                <a:off x="140502" y="4460924"/>
                <a:ext cx="524584" cy="502337"/>
                <a:chOff x="1189791" y="-1767331"/>
                <a:chExt cx="904284" cy="865933"/>
              </a:xfrm>
            </p:grpSpPr>
            <p:sp>
              <p:nvSpPr>
                <p:cNvPr id="163" name="Google Shape;163;p1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15"/>
                <p:cNvGrpSpPr/>
                <p:nvPr/>
              </p:nvGrpSpPr>
              <p:grpSpPr>
                <a:xfrm>
                  <a:off x="1232795" y="-1740829"/>
                  <a:ext cx="717621" cy="717392"/>
                  <a:chOff x="1483457" y="3953671"/>
                  <a:chExt cx="717621" cy="717392"/>
                </a:xfrm>
              </p:grpSpPr>
              <p:sp>
                <p:nvSpPr>
                  <p:cNvPr id="165" name="Google Shape;165;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0" name="Google Shape;170;p1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15"/>
            <p:cNvGrpSpPr/>
            <p:nvPr/>
          </p:nvGrpSpPr>
          <p:grpSpPr>
            <a:xfrm>
              <a:off x="-1" y="621223"/>
              <a:ext cx="699940" cy="478601"/>
              <a:chOff x="39722" y="4349021"/>
              <a:chExt cx="1061964" cy="726143"/>
            </a:xfrm>
          </p:grpSpPr>
          <p:grpSp>
            <p:nvGrpSpPr>
              <p:cNvPr id="172" name="Google Shape;172;p15"/>
              <p:cNvGrpSpPr/>
              <p:nvPr/>
            </p:nvGrpSpPr>
            <p:grpSpPr>
              <a:xfrm rot="2700000">
                <a:off x="140502" y="4460924"/>
                <a:ext cx="524584" cy="502337"/>
                <a:chOff x="1189791" y="-1767331"/>
                <a:chExt cx="904284" cy="865933"/>
              </a:xfrm>
            </p:grpSpPr>
            <p:sp>
              <p:nvSpPr>
                <p:cNvPr id="173" name="Google Shape;173;p1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4" name="Google Shape;174;p15"/>
                <p:cNvGrpSpPr/>
                <p:nvPr/>
              </p:nvGrpSpPr>
              <p:grpSpPr>
                <a:xfrm>
                  <a:off x="1232795" y="-1740829"/>
                  <a:ext cx="717621" cy="717392"/>
                  <a:chOff x="1483457" y="3953671"/>
                  <a:chExt cx="717621" cy="717392"/>
                </a:xfrm>
              </p:grpSpPr>
              <p:sp>
                <p:nvSpPr>
                  <p:cNvPr id="175" name="Google Shape;175;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0" name="Google Shape;180;p1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 name="Google Shape;181;p15"/>
            <p:cNvGrpSpPr/>
            <p:nvPr/>
          </p:nvGrpSpPr>
          <p:grpSpPr>
            <a:xfrm rot="-8100000">
              <a:off x="540898" y="-1172741"/>
              <a:ext cx="2552124" cy="3347490"/>
              <a:chOff x="2976325" y="908175"/>
              <a:chExt cx="4028179" cy="5283555"/>
            </a:xfrm>
          </p:grpSpPr>
          <p:sp>
            <p:nvSpPr>
              <p:cNvPr id="182" name="Google Shape;182;p15"/>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5"/>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5"/>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5"/>
        <p:cNvGrpSpPr/>
        <p:nvPr/>
      </p:nvGrpSpPr>
      <p:grpSpPr>
        <a:xfrm>
          <a:off x="0" y="0"/>
          <a:ext cx="0" cy="0"/>
          <a:chOff x="0" y="0"/>
          <a:chExt cx="0" cy="0"/>
        </a:xfrm>
      </p:grpSpPr>
      <p:sp>
        <p:nvSpPr>
          <p:cNvPr id="186" name="Google Shape;18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87" name="Google Shape;187;p16"/>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rgbClr val="434343"/>
              </a:buClr>
              <a:buSzPts val="1400"/>
              <a:buAutoNum type="arabicPeriod"/>
              <a:defRPr>
                <a:solidFill>
                  <a:srgbClr val="191919"/>
                </a:solidFill>
              </a:defRPr>
            </a:lvl1pPr>
            <a:lvl2pPr marL="914400" lvl="1" indent="-31750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88" name="Google Shape;188;p16"/>
          <p:cNvGrpSpPr/>
          <p:nvPr/>
        </p:nvGrpSpPr>
        <p:grpSpPr>
          <a:xfrm>
            <a:off x="7365150" y="-1147799"/>
            <a:ext cx="3733124" cy="6537004"/>
            <a:chOff x="7212750" y="-1147799"/>
            <a:chExt cx="3733124" cy="6537004"/>
          </a:xfrm>
        </p:grpSpPr>
        <p:pic>
          <p:nvPicPr>
            <p:cNvPr id="189" name="Google Shape;189;p16"/>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90" name="Google Shape;190;p16"/>
            <p:cNvGrpSpPr/>
            <p:nvPr/>
          </p:nvGrpSpPr>
          <p:grpSpPr>
            <a:xfrm>
              <a:off x="7392021" y="539499"/>
              <a:ext cx="1518472" cy="3030657"/>
              <a:chOff x="7785196" y="342199"/>
              <a:chExt cx="1518472" cy="3030657"/>
            </a:xfrm>
          </p:grpSpPr>
          <p:sp>
            <p:nvSpPr>
              <p:cNvPr id="191" name="Google Shape;191;p16"/>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16"/>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4" name="Google Shape;194;p16"/>
            <p:cNvGrpSpPr/>
            <p:nvPr/>
          </p:nvGrpSpPr>
          <p:grpSpPr>
            <a:xfrm>
              <a:off x="7740801" y="270000"/>
              <a:ext cx="3153315" cy="5119205"/>
              <a:chOff x="7740801" y="270000"/>
              <a:chExt cx="3153315" cy="5119205"/>
            </a:xfrm>
          </p:grpSpPr>
          <p:sp>
            <p:nvSpPr>
              <p:cNvPr id="195" name="Google Shape;195;p16"/>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 name="Google Shape;196;p16"/>
              <p:cNvGrpSpPr/>
              <p:nvPr/>
            </p:nvGrpSpPr>
            <p:grpSpPr>
              <a:xfrm>
                <a:off x="8192886" y="4736397"/>
                <a:ext cx="134004" cy="134004"/>
                <a:chOff x="8356813" y="1074288"/>
                <a:chExt cx="351900" cy="351900"/>
              </a:xfrm>
            </p:grpSpPr>
            <p:sp>
              <p:nvSpPr>
                <p:cNvPr id="197" name="Google Shape;197;p1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16"/>
              <p:cNvGrpSpPr/>
              <p:nvPr/>
            </p:nvGrpSpPr>
            <p:grpSpPr>
              <a:xfrm>
                <a:off x="8788211" y="3794722"/>
                <a:ext cx="134004" cy="134004"/>
                <a:chOff x="8356813" y="1074288"/>
                <a:chExt cx="351900" cy="351900"/>
              </a:xfrm>
            </p:grpSpPr>
            <p:sp>
              <p:nvSpPr>
                <p:cNvPr id="200" name="Google Shape;200;p1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 name="Google Shape;202;p16"/>
              <p:cNvGrpSpPr/>
              <p:nvPr/>
            </p:nvGrpSpPr>
            <p:grpSpPr>
              <a:xfrm>
                <a:off x="8654186" y="2424672"/>
                <a:ext cx="134004" cy="134004"/>
                <a:chOff x="8356813" y="1074288"/>
                <a:chExt cx="351900" cy="351900"/>
              </a:xfrm>
            </p:grpSpPr>
            <p:sp>
              <p:nvSpPr>
                <p:cNvPr id="203" name="Google Shape;203;p1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05" name="Google Shape;205;p16"/>
          <p:cNvGrpSpPr/>
          <p:nvPr/>
        </p:nvGrpSpPr>
        <p:grpSpPr>
          <a:xfrm rot="-2529045">
            <a:off x="105741" y="3680210"/>
            <a:ext cx="591691" cy="2260270"/>
            <a:chOff x="-132364" y="1829399"/>
            <a:chExt cx="591677" cy="2260214"/>
          </a:xfrm>
        </p:grpSpPr>
        <p:sp>
          <p:nvSpPr>
            <p:cNvPr id="206" name="Google Shape;206;p16"/>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6"/>
          <p:cNvGrpSpPr/>
          <p:nvPr/>
        </p:nvGrpSpPr>
        <p:grpSpPr>
          <a:xfrm>
            <a:off x="-520148" y="-573164"/>
            <a:ext cx="1502291" cy="2806842"/>
            <a:chOff x="-367748" y="-573164"/>
            <a:chExt cx="1502291" cy="2806842"/>
          </a:xfrm>
        </p:grpSpPr>
        <p:grpSp>
          <p:nvGrpSpPr>
            <p:cNvPr id="209" name="Google Shape;209;p16"/>
            <p:cNvGrpSpPr/>
            <p:nvPr/>
          </p:nvGrpSpPr>
          <p:grpSpPr>
            <a:xfrm rot="10800000">
              <a:off x="-191449" y="1507557"/>
              <a:ext cx="904666" cy="726121"/>
              <a:chOff x="7945225" y="4302000"/>
              <a:chExt cx="904666" cy="726121"/>
            </a:xfrm>
          </p:grpSpPr>
          <p:sp>
            <p:nvSpPr>
              <p:cNvPr id="210" name="Google Shape;210;p16"/>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6"/>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16"/>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6"/>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16"/>
            <p:cNvGrpSpPr/>
            <p:nvPr/>
          </p:nvGrpSpPr>
          <p:grpSpPr>
            <a:xfrm rot="10800000">
              <a:off x="-367748" y="-467133"/>
              <a:ext cx="699928" cy="1651024"/>
              <a:chOff x="8337812" y="3492483"/>
              <a:chExt cx="699928" cy="1651024"/>
            </a:xfrm>
          </p:grpSpPr>
          <p:sp>
            <p:nvSpPr>
              <p:cNvPr id="216" name="Google Shape;216;p16"/>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6"/>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6"/>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9"/>
        <p:cNvGrpSpPr/>
        <p:nvPr/>
      </p:nvGrpSpPr>
      <p:grpSpPr>
        <a:xfrm>
          <a:off x="0" y="0"/>
          <a:ext cx="0" cy="0"/>
          <a:chOff x="0" y="0"/>
          <a:chExt cx="0" cy="0"/>
        </a:xfrm>
      </p:grpSpPr>
      <p:sp>
        <p:nvSpPr>
          <p:cNvPr id="220" name="Google Shape;220;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1" name="Google Shape;221;p17"/>
          <p:cNvSpPr txBox="1">
            <a:spLocks noGrp="1"/>
          </p:cNvSpPr>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22" name="Google Shape;222;p17"/>
          <p:cNvSpPr txBox="1">
            <a:spLocks noGrp="1"/>
          </p:cNvSpPr>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23" name="Google Shape;223;p17"/>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224" name="Google Shape;224;p17"/>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225" name="Google Shape;225;p17"/>
          <p:cNvGrpSpPr/>
          <p:nvPr/>
        </p:nvGrpSpPr>
        <p:grpSpPr>
          <a:xfrm>
            <a:off x="7579113" y="-890399"/>
            <a:ext cx="2898275" cy="3032950"/>
            <a:chOff x="7198113" y="-890399"/>
            <a:chExt cx="2898275" cy="3032950"/>
          </a:xfrm>
        </p:grpSpPr>
        <p:pic>
          <p:nvPicPr>
            <p:cNvPr id="226" name="Google Shape;226;p17"/>
            <p:cNvPicPr preferRelativeResize="0"/>
            <p:nvPr/>
          </p:nvPicPr>
          <p:blipFill rotWithShape="1">
            <a:blip r:embed="rId2">
              <a:alphaModFix/>
            </a:blip>
            <a:srcRect l="16960" t="24718" r="7121" b="26177"/>
            <a:stretch/>
          </p:blipFill>
          <p:spPr>
            <a:xfrm rot="-5400000">
              <a:off x="7130775" y="-823062"/>
              <a:ext cx="3032950" cy="2898275"/>
            </a:xfrm>
            <a:prstGeom prst="rect">
              <a:avLst/>
            </a:prstGeom>
            <a:noFill/>
            <a:ln>
              <a:noFill/>
            </a:ln>
          </p:spPr>
        </p:pic>
        <p:grpSp>
          <p:nvGrpSpPr>
            <p:cNvPr id="227" name="Google Shape;227;p17"/>
            <p:cNvGrpSpPr/>
            <p:nvPr/>
          </p:nvGrpSpPr>
          <p:grpSpPr>
            <a:xfrm>
              <a:off x="8319318" y="-249682"/>
              <a:ext cx="1460040" cy="1171886"/>
              <a:chOff x="7945225" y="4302000"/>
              <a:chExt cx="904666" cy="726121"/>
            </a:xfrm>
          </p:grpSpPr>
          <p:sp>
            <p:nvSpPr>
              <p:cNvPr id="228" name="Google Shape;228;p1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1" name="Google Shape;231;p17"/>
          <p:cNvGrpSpPr/>
          <p:nvPr/>
        </p:nvGrpSpPr>
        <p:grpSpPr>
          <a:xfrm>
            <a:off x="-613920" y="3693606"/>
            <a:ext cx="2048057" cy="2238804"/>
            <a:chOff x="-461520" y="3617406"/>
            <a:chExt cx="2048057" cy="2238804"/>
          </a:xfrm>
        </p:grpSpPr>
        <p:grpSp>
          <p:nvGrpSpPr>
            <p:cNvPr id="232" name="Google Shape;232;p17"/>
            <p:cNvGrpSpPr/>
            <p:nvPr/>
          </p:nvGrpSpPr>
          <p:grpSpPr>
            <a:xfrm>
              <a:off x="-461520" y="3617406"/>
              <a:ext cx="1916534" cy="2238804"/>
              <a:chOff x="-461520" y="3617406"/>
              <a:chExt cx="1916534" cy="2238804"/>
            </a:xfrm>
          </p:grpSpPr>
          <p:grpSp>
            <p:nvGrpSpPr>
              <p:cNvPr id="233" name="Google Shape;233;p17"/>
              <p:cNvGrpSpPr/>
              <p:nvPr/>
            </p:nvGrpSpPr>
            <p:grpSpPr>
              <a:xfrm flipH="1">
                <a:off x="-461520" y="4010132"/>
                <a:ext cx="1916534" cy="1538287"/>
                <a:chOff x="7945225" y="4302000"/>
                <a:chExt cx="904666" cy="726121"/>
              </a:xfrm>
            </p:grpSpPr>
            <p:sp>
              <p:nvSpPr>
                <p:cNvPr id="234" name="Google Shape;234;p1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 name="Google Shape;237;p17"/>
              <p:cNvGrpSpPr/>
              <p:nvPr/>
            </p:nvGrpSpPr>
            <p:grpSpPr>
              <a:xfrm>
                <a:off x="-309885" y="3617406"/>
                <a:ext cx="1448824" cy="2238804"/>
                <a:chOff x="-309885" y="3617406"/>
                <a:chExt cx="1448824" cy="2238804"/>
              </a:xfrm>
            </p:grpSpPr>
            <p:grpSp>
              <p:nvGrpSpPr>
                <p:cNvPr id="238" name="Google Shape;238;p17"/>
                <p:cNvGrpSpPr/>
                <p:nvPr/>
              </p:nvGrpSpPr>
              <p:grpSpPr>
                <a:xfrm>
                  <a:off x="-277007" y="3870159"/>
                  <a:ext cx="981772" cy="1986051"/>
                  <a:chOff x="-293545" y="3454371"/>
                  <a:chExt cx="981772" cy="1986051"/>
                </a:xfrm>
              </p:grpSpPr>
              <p:sp>
                <p:nvSpPr>
                  <p:cNvPr id="239" name="Google Shape;239;p17"/>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7"/>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17"/>
                <p:cNvGrpSpPr/>
                <p:nvPr/>
              </p:nvGrpSpPr>
              <p:grpSpPr>
                <a:xfrm>
                  <a:off x="363249" y="4906873"/>
                  <a:ext cx="699940" cy="478601"/>
                  <a:chOff x="39722" y="4349021"/>
                  <a:chExt cx="1061964" cy="726143"/>
                </a:xfrm>
              </p:grpSpPr>
              <p:grpSp>
                <p:nvGrpSpPr>
                  <p:cNvPr id="242" name="Google Shape;242;p17"/>
                  <p:cNvGrpSpPr/>
                  <p:nvPr/>
                </p:nvGrpSpPr>
                <p:grpSpPr>
                  <a:xfrm rot="2700000">
                    <a:off x="140502" y="4460924"/>
                    <a:ext cx="524584" cy="502337"/>
                    <a:chOff x="1189791" y="-1767331"/>
                    <a:chExt cx="904284" cy="865933"/>
                  </a:xfrm>
                </p:grpSpPr>
                <p:sp>
                  <p:nvSpPr>
                    <p:cNvPr id="243" name="Google Shape;243;p1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17"/>
                    <p:cNvGrpSpPr/>
                    <p:nvPr/>
                  </p:nvGrpSpPr>
                  <p:grpSpPr>
                    <a:xfrm>
                      <a:off x="1232795" y="-1740829"/>
                      <a:ext cx="717621" cy="717392"/>
                      <a:chOff x="1483457" y="3953671"/>
                      <a:chExt cx="717621" cy="717392"/>
                    </a:xfrm>
                  </p:grpSpPr>
                  <p:sp>
                    <p:nvSpPr>
                      <p:cNvPr id="245" name="Google Shape;245;p1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0" name="Google Shape;250;p1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 name="Google Shape;251;p17"/>
                <p:cNvGrpSpPr/>
                <p:nvPr/>
              </p:nvGrpSpPr>
              <p:grpSpPr>
                <a:xfrm rot="-5400000">
                  <a:off x="-461873" y="3769393"/>
                  <a:ext cx="1351491" cy="1047516"/>
                  <a:chOff x="-2460210" y="2758493"/>
                  <a:chExt cx="1351491" cy="1047516"/>
                </a:xfrm>
              </p:grpSpPr>
              <p:sp>
                <p:nvSpPr>
                  <p:cNvPr id="252" name="Google Shape;252;p17"/>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7"/>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7"/>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7"/>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 name="Google Shape;256;p17"/>
                <p:cNvGrpSpPr/>
                <p:nvPr/>
              </p:nvGrpSpPr>
              <p:grpSpPr>
                <a:xfrm>
                  <a:off x="438999" y="4567398"/>
                  <a:ext cx="699940" cy="478601"/>
                  <a:chOff x="39722" y="4349021"/>
                  <a:chExt cx="1061964" cy="726143"/>
                </a:xfrm>
              </p:grpSpPr>
              <p:grpSp>
                <p:nvGrpSpPr>
                  <p:cNvPr id="257" name="Google Shape;257;p17"/>
                  <p:cNvGrpSpPr/>
                  <p:nvPr/>
                </p:nvGrpSpPr>
                <p:grpSpPr>
                  <a:xfrm rot="2700000">
                    <a:off x="140502" y="4460924"/>
                    <a:ext cx="524584" cy="502337"/>
                    <a:chOff x="1189791" y="-1767331"/>
                    <a:chExt cx="904284" cy="865933"/>
                  </a:xfrm>
                </p:grpSpPr>
                <p:sp>
                  <p:nvSpPr>
                    <p:cNvPr id="258" name="Google Shape;258;p1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 name="Google Shape;259;p17"/>
                    <p:cNvGrpSpPr/>
                    <p:nvPr/>
                  </p:nvGrpSpPr>
                  <p:grpSpPr>
                    <a:xfrm>
                      <a:off x="1232795" y="-1740829"/>
                      <a:ext cx="717621" cy="717392"/>
                      <a:chOff x="1483457" y="3953671"/>
                      <a:chExt cx="717621" cy="717392"/>
                    </a:xfrm>
                  </p:grpSpPr>
                  <p:sp>
                    <p:nvSpPr>
                      <p:cNvPr id="260" name="Google Shape;260;p1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5" name="Google Shape;265;p1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 name="Google Shape;266;p17"/>
                <p:cNvGrpSpPr/>
                <p:nvPr/>
              </p:nvGrpSpPr>
              <p:grpSpPr>
                <a:xfrm>
                  <a:off x="-65076" y="4623886"/>
                  <a:ext cx="699940" cy="478601"/>
                  <a:chOff x="39722" y="4349021"/>
                  <a:chExt cx="1061964" cy="726143"/>
                </a:xfrm>
              </p:grpSpPr>
              <p:grpSp>
                <p:nvGrpSpPr>
                  <p:cNvPr id="267" name="Google Shape;267;p17"/>
                  <p:cNvGrpSpPr/>
                  <p:nvPr/>
                </p:nvGrpSpPr>
                <p:grpSpPr>
                  <a:xfrm rot="2700000">
                    <a:off x="140502" y="4460924"/>
                    <a:ext cx="524584" cy="502337"/>
                    <a:chOff x="1189791" y="-1767331"/>
                    <a:chExt cx="904284" cy="865933"/>
                  </a:xfrm>
                </p:grpSpPr>
                <p:sp>
                  <p:nvSpPr>
                    <p:cNvPr id="268" name="Google Shape;268;p17"/>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9" name="Google Shape;269;p17"/>
                    <p:cNvGrpSpPr/>
                    <p:nvPr/>
                  </p:nvGrpSpPr>
                  <p:grpSpPr>
                    <a:xfrm>
                      <a:off x="1232795" y="-1740829"/>
                      <a:ext cx="717621" cy="717392"/>
                      <a:chOff x="1483457" y="3953671"/>
                      <a:chExt cx="717621" cy="717392"/>
                    </a:xfrm>
                  </p:grpSpPr>
                  <p:sp>
                    <p:nvSpPr>
                      <p:cNvPr id="270" name="Google Shape;270;p1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5" name="Google Shape;275;p17"/>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76" name="Google Shape;276;p17"/>
            <p:cNvGrpSpPr/>
            <p:nvPr/>
          </p:nvGrpSpPr>
          <p:grpSpPr>
            <a:xfrm rot="5400000">
              <a:off x="1147388" y="4839000"/>
              <a:ext cx="439200" cy="439100"/>
              <a:chOff x="1101075" y="2142375"/>
              <a:chExt cx="439200" cy="439100"/>
            </a:xfrm>
          </p:grpSpPr>
          <p:sp>
            <p:nvSpPr>
              <p:cNvPr id="277" name="Google Shape;277;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9" name="Google Shape;279;p17"/>
          <p:cNvGrpSpPr/>
          <p:nvPr/>
        </p:nvGrpSpPr>
        <p:grpSpPr>
          <a:xfrm>
            <a:off x="-2352525" y="-402069"/>
            <a:ext cx="5307515" cy="2438355"/>
            <a:chOff x="-2276325" y="-249669"/>
            <a:chExt cx="5307515" cy="2438355"/>
          </a:xfrm>
        </p:grpSpPr>
        <p:grpSp>
          <p:nvGrpSpPr>
            <p:cNvPr id="280" name="Google Shape;280;p17"/>
            <p:cNvGrpSpPr/>
            <p:nvPr/>
          </p:nvGrpSpPr>
          <p:grpSpPr>
            <a:xfrm rot="10800000">
              <a:off x="-1297788" y="-249669"/>
              <a:ext cx="2601921" cy="2438355"/>
              <a:chOff x="7340128" y="2866613"/>
              <a:chExt cx="2439225" cy="2438355"/>
            </a:xfrm>
          </p:grpSpPr>
          <p:sp>
            <p:nvSpPr>
              <p:cNvPr id="281" name="Google Shape;281;p17"/>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7"/>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3" name="Google Shape;283;p17"/>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4" name="Google Shape;284;p17"/>
            <p:cNvGrpSpPr/>
            <p:nvPr/>
          </p:nvGrpSpPr>
          <p:grpSpPr>
            <a:xfrm>
              <a:off x="-2276325" y="245976"/>
              <a:ext cx="4558967" cy="134100"/>
              <a:chOff x="796100" y="3019701"/>
              <a:chExt cx="4558967" cy="134100"/>
            </a:xfrm>
          </p:grpSpPr>
          <p:sp>
            <p:nvSpPr>
              <p:cNvPr id="285" name="Google Shape;285;p1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6" name="Google Shape;286;p1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87" name="Google Shape;287;p1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8" name="Google Shape;288;p17"/>
          <p:cNvGrpSpPr/>
          <p:nvPr/>
        </p:nvGrpSpPr>
        <p:grpSpPr>
          <a:xfrm>
            <a:off x="6795100" y="3095213"/>
            <a:ext cx="4558967" cy="2438355"/>
            <a:chOff x="6490300" y="2866613"/>
            <a:chExt cx="4558967" cy="2438355"/>
          </a:xfrm>
        </p:grpSpPr>
        <p:grpSp>
          <p:nvGrpSpPr>
            <p:cNvPr id="289" name="Google Shape;289;p17"/>
            <p:cNvGrpSpPr/>
            <p:nvPr/>
          </p:nvGrpSpPr>
          <p:grpSpPr>
            <a:xfrm>
              <a:off x="7340128" y="2866613"/>
              <a:ext cx="2439225" cy="2438355"/>
              <a:chOff x="7340128" y="2866613"/>
              <a:chExt cx="2439225" cy="2438355"/>
            </a:xfrm>
          </p:grpSpPr>
          <p:sp>
            <p:nvSpPr>
              <p:cNvPr id="290" name="Google Shape;290;p17"/>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7"/>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 name="Google Shape;292;p17"/>
            <p:cNvGrpSpPr/>
            <p:nvPr/>
          </p:nvGrpSpPr>
          <p:grpSpPr>
            <a:xfrm rot="10800000">
              <a:off x="6490300" y="4774026"/>
              <a:ext cx="4558967" cy="134100"/>
              <a:chOff x="796100" y="3019701"/>
              <a:chExt cx="4558967" cy="134100"/>
            </a:xfrm>
          </p:grpSpPr>
          <p:sp>
            <p:nvSpPr>
              <p:cNvPr id="293" name="Google Shape;293;p1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4" name="Google Shape;294;p1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95" name="Google Shape;295;p1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6"/>
        <p:cNvGrpSpPr/>
        <p:nvPr/>
      </p:nvGrpSpPr>
      <p:grpSpPr>
        <a:xfrm>
          <a:off x="0" y="0"/>
          <a:ext cx="0" cy="0"/>
          <a:chOff x="0" y="0"/>
          <a:chExt cx="0" cy="0"/>
        </a:xfrm>
      </p:grpSpPr>
      <p:grpSp>
        <p:nvGrpSpPr>
          <p:cNvPr id="297" name="Google Shape;297;p18"/>
          <p:cNvGrpSpPr/>
          <p:nvPr/>
        </p:nvGrpSpPr>
        <p:grpSpPr>
          <a:xfrm rot="-8100000">
            <a:off x="-1629951" y="-1138306"/>
            <a:ext cx="3785189" cy="3043121"/>
            <a:chOff x="7103825" y="-713112"/>
            <a:chExt cx="3785226" cy="3043150"/>
          </a:xfrm>
        </p:grpSpPr>
        <p:sp>
          <p:nvSpPr>
            <p:cNvPr id="298" name="Google Shape;298;p18"/>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9" name="Google Shape;299;p18"/>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300" name="Google Shape;300;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grpSp>
        <p:nvGrpSpPr>
          <p:cNvPr id="301" name="Google Shape;301;p18"/>
          <p:cNvGrpSpPr/>
          <p:nvPr/>
        </p:nvGrpSpPr>
        <p:grpSpPr>
          <a:xfrm>
            <a:off x="8106279" y="-844413"/>
            <a:ext cx="1791132" cy="2767833"/>
            <a:chOff x="8030079" y="-844413"/>
            <a:chExt cx="1791132" cy="2767833"/>
          </a:xfrm>
        </p:grpSpPr>
        <p:grpSp>
          <p:nvGrpSpPr>
            <p:cNvPr id="302" name="Google Shape;302;p18"/>
            <p:cNvGrpSpPr/>
            <p:nvPr/>
          </p:nvGrpSpPr>
          <p:grpSpPr>
            <a:xfrm rot="10800000">
              <a:off x="8566799" y="-844413"/>
              <a:ext cx="1213764" cy="2455355"/>
              <a:chOff x="-293545" y="3454371"/>
              <a:chExt cx="981772" cy="1986051"/>
            </a:xfrm>
          </p:grpSpPr>
          <p:sp>
            <p:nvSpPr>
              <p:cNvPr id="303" name="Google Shape;303;p18"/>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8"/>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 name="Google Shape;305;p18"/>
            <p:cNvGrpSpPr/>
            <p:nvPr/>
          </p:nvGrpSpPr>
          <p:grpSpPr>
            <a:xfrm rot="10800000">
              <a:off x="8123728" y="-262212"/>
              <a:ext cx="865288" cy="591661"/>
              <a:chOff x="39722" y="4349021"/>
              <a:chExt cx="1061964" cy="726143"/>
            </a:xfrm>
          </p:grpSpPr>
          <p:grpSp>
            <p:nvGrpSpPr>
              <p:cNvPr id="306" name="Google Shape;306;p18"/>
              <p:cNvGrpSpPr/>
              <p:nvPr/>
            </p:nvGrpSpPr>
            <p:grpSpPr>
              <a:xfrm rot="2700000">
                <a:off x="140502" y="4460924"/>
                <a:ext cx="524584" cy="502337"/>
                <a:chOff x="1189791" y="-1767331"/>
                <a:chExt cx="904284" cy="865933"/>
              </a:xfrm>
            </p:grpSpPr>
            <p:sp>
              <p:nvSpPr>
                <p:cNvPr id="307" name="Google Shape;307;p1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8" name="Google Shape;308;p18"/>
                <p:cNvGrpSpPr/>
                <p:nvPr/>
              </p:nvGrpSpPr>
              <p:grpSpPr>
                <a:xfrm>
                  <a:off x="1232795" y="-1740829"/>
                  <a:ext cx="717621" cy="717392"/>
                  <a:chOff x="1483457" y="3953671"/>
                  <a:chExt cx="717621" cy="717392"/>
                </a:xfrm>
              </p:grpSpPr>
              <p:sp>
                <p:nvSpPr>
                  <p:cNvPr id="309" name="Google Shape;309;p1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14" name="Google Shape;314;p1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18"/>
            <p:cNvGrpSpPr/>
            <p:nvPr/>
          </p:nvGrpSpPr>
          <p:grpSpPr>
            <a:xfrm rot="5400000">
              <a:off x="8338264" y="440474"/>
              <a:ext cx="1670849" cy="1295044"/>
              <a:chOff x="-2460210" y="2758493"/>
              <a:chExt cx="1351491" cy="1047516"/>
            </a:xfrm>
          </p:grpSpPr>
          <p:sp>
            <p:nvSpPr>
              <p:cNvPr id="316" name="Google Shape;316;p18"/>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8"/>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8"/>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8"/>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 name="Google Shape;320;p18"/>
            <p:cNvGrpSpPr/>
            <p:nvPr/>
          </p:nvGrpSpPr>
          <p:grpSpPr>
            <a:xfrm rot="10800000">
              <a:off x="8030079" y="157481"/>
              <a:ext cx="865288" cy="591661"/>
              <a:chOff x="39722" y="4349021"/>
              <a:chExt cx="1061964" cy="726143"/>
            </a:xfrm>
          </p:grpSpPr>
          <p:grpSp>
            <p:nvGrpSpPr>
              <p:cNvPr id="321" name="Google Shape;321;p18"/>
              <p:cNvGrpSpPr/>
              <p:nvPr/>
            </p:nvGrpSpPr>
            <p:grpSpPr>
              <a:xfrm rot="2700000">
                <a:off x="140502" y="4460924"/>
                <a:ext cx="524584" cy="502337"/>
                <a:chOff x="1189791" y="-1767331"/>
                <a:chExt cx="904284" cy="865933"/>
              </a:xfrm>
            </p:grpSpPr>
            <p:sp>
              <p:nvSpPr>
                <p:cNvPr id="322" name="Google Shape;322;p1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3" name="Google Shape;323;p18"/>
                <p:cNvGrpSpPr/>
                <p:nvPr/>
              </p:nvGrpSpPr>
              <p:grpSpPr>
                <a:xfrm>
                  <a:off x="1232795" y="-1740829"/>
                  <a:ext cx="717621" cy="717392"/>
                  <a:chOff x="1483457" y="3953671"/>
                  <a:chExt cx="717621" cy="717392"/>
                </a:xfrm>
              </p:grpSpPr>
              <p:sp>
                <p:nvSpPr>
                  <p:cNvPr id="324" name="Google Shape;324;p1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9" name="Google Shape;329;p1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 name="Google Shape;330;p18"/>
            <p:cNvGrpSpPr/>
            <p:nvPr/>
          </p:nvGrpSpPr>
          <p:grpSpPr>
            <a:xfrm rot="10800000">
              <a:off x="8653266" y="87645"/>
              <a:ext cx="865288" cy="591661"/>
              <a:chOff x="39722" y="4349021"/>
              <a:chExt cx="1061964" cy="726143"/>
            </a:xfrm>
          </p:grpSpPr>
          <p:grpSp>
            <p:nvGrpSpPr>
              <p:cNvPr id="331" name="Google Shape;331;p18"/>
              <p:cNvGrpSpPr/>
              <p:nvPr/>
            </p:nvGrpSpPr>
            <p:grpSpPr>
              <a:xfrm rot="2700000">
                <a:off x="140502" y="4460924"/>
                <a:ext cx="524584" cy="502337"/>
                <a:chOff x="1189791" y="-1767331"/>
                <a:chExt cx="904284" cy="865933"/>
              </a:xfrm>
            </p:grpSpPr>
            <p:sp>
              <p:nvSpPr>
                <p:cNvPr id="332" name="Google Shape;332;p1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3" name="Google Shape;333;p18"/>
                <p:cNvGrpSpPr/>
                <p:nvPr/>
              </p:nvGrpSpPr>
              <p:grpSpPr>
                <a:xfrm>
                  <a:off x="1232795" y="-1740829"/>
                  <a:ext cx="717621" cy="717392"/>
                  <a:chOff x="1483457" y="3953671"/>
                  <a:chExt cx="717621" cy="717392"/>
                </a:xfrm>
              </p:grpSpPr>
              <p:sp>
                <p:nvSpPr>
                  <p:cNvPr id="334" name="Google Shape;334;p1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9" name="Google Shape;339;p1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0" name="Google Shape;340;p18"/>
          <p:cNvGrpSpPr/>
          <p:nvPr/>
        </p:nvGrpSpPr>
        <p:grpSpPr>
          <a:xfrm>
            <a:off x="-1499000" y="3182553"/>
            <a:ext cx="4558967" cy="3356863"/>
            <a:chOff x="-1422800" y="3106353"/>
            <a:chExt cx="4558967" cy="3356863"/>
          </a:xfrm>
        </p:grpSpPr>
        <p:grpSp>
          <p:nvGrpSpPr>
            <p:cNvPr id="341" name="Google Shape;341;p18"/>
            <p:cNvGrpSpPr/>
            <p:nvPr/>
          </p:nvGrpSpPr>
          <p:grpSpPr>
            <a:xfrm>
              <a:off x="-474664" y="3485331"/>
              <a:ext cx="1472068" cy="2977885"/>
              <a:chOff x="-293545" y="3454371"/>
              <a:chExt cx="981772" cy="1986051"/>
            </a:xfrm>
          </p:grpSpPr>
          <p:sp>
            <p:nvSpPr>
              <p:cNvPr id="342" name="Google Shape;342;p18"/>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8"/>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 name="Google Shape;344;p18"/>
            <p:cNvGrpSpPr/>
            <p:nvPr/>
          </p:nvGrpSpPr>
          <p:grpSpPr>
            <a:xfrm>
              <a:off x="485337" y="5039978"/>
              <a:ext cx="1049539" cy="717647"/>
              <a:chOff x="39722" y="4349021"/>
              <a:chExt cx="1061964" cy="726143"/>
            </a:xfrm>
          </p:grpSpPr>
          <p:grpSp>
            <p:nvGrpSpPr>
              <p:cNvPr id="345" name="Google Shape;345;p18"/>
              <p:cNvGrpSpPr/>
              <p:nvPr/>
            </p:nvGrpSpPr>
            <p:grpSpPr>
              <a:xfrm rot="2700000">
                <a:off x="140502" y="4460924"/>
                <a:ext cx="524584" cy="502337"/>
                <a:chOff x="1189791" y="-1767331"/>
                <a:chExt cx="904284" cy="865933"/>
              </a:xfrm>
            </p:grpSpPr>
            <p:sp>
              <p:nvSpPr>
                <p:cNvPr id="346" name="Google Shape;346;p1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 name="Google Shape;347;p18"/>
                <p:cNvGrpSpPr/>
                <p:nvPr/>
              </p:nvGrpSpPr>
              <p:grpSpPr>
                <a:xfrm>
                  <a:off x="1232795" y="-1740829"/>
                  <a:ext cx="717621" cy="717392"/>
                  <a:chOff x="1483457" y="3953671"/>
                  <a:chExt cx="717621" cy="717392"/>
                </a:xfrm>
              </p:grpSpPr>
              <p:sp>
                <p:nvSpPr>
                  <p:cNvPr id="348" name="Google Shape;348;p1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3" name="Google Shape;353;p1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4" name="Google Shape;354;p18"/>
            <p:cNvGrpSpPr/>
            <p:nvPr/>
          </p:nvGrpSpPr>
          <p:grpSpPr>
            <a:xfrm rot="5400000">
              <a:off x="-645364" y="3334243"/>
              <a:ext cx="2026426" cy="1570646"/>
              <a:chOff x="-2460210" y="2758493"/>
              <a:chExt cx="1351491" cy="1047516"/>
            </a:xfrm>
          </p:grpSpPr>
          <p:sp>
            <p:nvSpPr>
              <p:cNvPr id="355" name="Google Shape;355;p18"/>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8"/>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8"/>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8"/>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18"/>
            <p:cNvGrpSpPr/>
            <p:nvPr/>
          </p:nvGrpSpPr>
          <p:grpSpPr>
            <a:xfrm>
              <a:off x="598917" y="4530969"/>
              <a:ext cx="1049539" cy="717647"/>
              <a:chOff x="39722" y="4349021"/>
              <a:chExt cx="1061964" cy="726143"/>
            </a:xfrm>
          </p:grpSpPr>
          <p:grpSp>
            <p:nvGrpSpPr>
              <p:cNvPr id="360" name="Google Shape;360;p18"/>
              <p:cNvGrpSpPr/>
              <p:nvPr/>
            </p:nvGrpSpPr>
            <p:grpSpPr>
              <a:xfrm rot="2700000">
                <a:off x="140502" y="4460924"/>
                <a:ext cx="524584" cy="502337"/>
                <a:chOff x="1189791" y="-1767331"/>
                <a:chExt cx="904284" cy="865933"/>
              </a:xfrm>
            </p:grpSpPr>
            <p:sp>
              <p:nvSpPr>
                <p:cNvPr id="361" name="Google Shape;361;p1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18"/>
                <p:cNvGrpSpPr/>
                <p:nvPr/>
              </p:nvGrpSpPr>
              <p:grpSpPr>
                <a:xfrm>
                  <a:off x="1232795" y="-1740829"/>
                  <a:ext cx="717621" cy="717392"/>
                  <a:chOff x="1483457" y="3953671"/>
                  <a:chExt cx="717621" cy="717392"/>
                </a:xfrm>
              </p:grpSpPr>
              <p:sp>
                <p:nvSpPr>
                  <p:cNvPr id="363" name="Google Shape;363;p1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68" name="Google Shape;368;p1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 name="Google Shape;369;p18"/>
            <p:cNvGrpSpPr/>
            <p:nvPr/>
          </p:nvGrpSpPr>
          <p:grpSpPr>
            <a:xfrm>
              <a:off x="-156893" y="4615667"/>
              <a:ext cx="1049539" cy="717647"/>
              <a:chOff x="39722" y="4349021"/>
              <a:chExt cx="1061964" cy="726143"/>
            </a:xfrm>
          </p:grpSpPr>
          <p:grpSp>
            <p:nvGrpSpPr>
              <p:cNvPr id="370" name="Google Shape;370;p18"/>
              <p:cNvGrpSpPr/>
              <p:nvPr/>
            </p:nvGrpSpPr>
            <p:grpSpPr>
              <a:xfrm rot="2700000">
                <a:off x="140502" y="4460924"/>
                <a:ext cx="524584" cy="502337"/>
                <a:chOff x="1189791" y="-1767331"/>
                <a:chExt cx="904284" cy="865933"/>
              </a:xfrm>
            </p:grpSpPr>
            <p:sp>
              <p:nvSpPr>
                <p:cNvPr id="371" name="Google Shape;371;p18"/>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18"/>
                <p:cNvGrpSpPr/>
                <p:nvPr/>
              </p:nvGrpSpPr>
              <p:grpSpPr>
                <a:xfrm>
                  <a:off x="1232795" y="-1740829"/>
                  <a:ext cx="717621" cy="717392"/>
                  <a:chOff x="1483457" y="3953671"/>
                  <a:chExt cx="717621" cy="717392"/>
                </a:xfrm>
              </p:grpSpPr>
              <p:sp>
                <p:nvSpPr>
                  <p:cNvPr id="373" name="Google Shape;373;p18"/>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8"/>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8"/>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8"/>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8"/>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78" name="Google Shape;378;p18"/>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9" name="Google Shape;379;p18"/>
            <p:cNvGrpSpPr/>
            <p:nvPr/>
          </p:nvGrpSpPr>
          <p:grpSpPr>
            <a:xfrm>
              <a:off x="-1422800" y="4822751"/>
              <a:ext cx="4558967" cy="134100"/>
              <a:chOff x="796100" y="3019701"/>
              <a:chExt cx="4558967" cy="134100"/>
            </a:xfrm>
          </p:grpSpPr>
          <p:sp>
            <p:nvSpPr>
              <p:cNvPr id="380" name="Google Shape;380;p1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1" name="Google Shape;381;p1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82" name="Google Shape;382;p1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3"/>
        <p:cNvGrpSpPr/>
        <p:nvPr/>
      </p:nvGrpSpPr>
      <p:grpSpPr>
        <a:xfrm>
          <a:off x="0" y="0"/>
          <a:ext cx="0" cy="0"/>
          <a:chOff x="0" y="0"/>
          <a:chExt cx="0" cy="0"/>
        </a:xfrm>
      </p:grpSpPr>
      <p:sp>
        <p:nvSpPr>
          <p:cNvPr id="384" name="Google Shape;384;p19"/>
          <p:cNvSpPr txBox="1">
            <a:spLocks noGrp="1"/>
          </p:cNvSpPr>
          <p:nvPr>
            <p:ph type="subTitle" idx="1"/>
          </p:nvPr>
        </p:nvSpPr>
        <p:spPr>
          <a:xfrm>
            <a:off x="713225" y="1160775"/>
            <a:ext cx="7710900" cy="3455700"/>
          </a:xfrm>
          <a:prstGeom prst="rect">
            <a:avLst/>
          </a:prstGeom>
        </p:spPr>
        <p:txBody>
          <a:bodyPr spcFirstLastPara="1" wrap="square" lIns="91425" tIns="91425" rIns="91425" bIns="91425" anchor="t" anchorCtr="0">
            <a:noAutofit/>
          </a:bodyPr>
          <a:lstStyle>
            <a:lvl1pPr lvl="0">
              <a:spcBef>
                <a:spcPts val="0"/>
              </a:spcBef>
              <a:spcAft>
                <a:spcPts val="0"/>
              </a:spcAft>
              <a:buSzPts val="1400"/>
              <a:buAutoNum type="arabicPeriod"/>
              <a:defRPr sz="1400"/>
            </a:lvl1pPr>
            <a:lvl2pPr lvl="1">
              <a:lnSpc>
                <a:spcPct val="100000"/>
              </a:lnSpc>
              <a:spcBef>
                <a:spcPts val="0"/>
              </a:spcBef>
              <a:spcAft>
                <a:spcPts val="0"/>
              </a:spcAft>
              <a:buClr>
                <a:srgbClr val="999999"/>
              </a:buClr>
              <a:buSzPts val="800"/>
              <a:buFont typeface="Open Sans"/>
              <a:buAutoNum type="alphaLcPeriod"/>
              <a:defRPr/>
            </a:lvl2pPr>
            <a:lvl3pPr lvl="2">
              <a:lnSpc>
                <a:spcPct val="100000"/>
              </a:lnSpc>
              <a:spcBef>
                <a:spcPts val="0"/>
              </a:spcBef>
              <a:spcAft>
                <a:spcPts val="0"/>
              </a:spcAft>
              <a:buClr>
                <a:srgbClr val="999999"/>
              </a:buClr>
              <a:buSzPts val="800"/>
              <a:buFont typeface="Open Sans"/>
              <a:buAutoNum type="romanLcPeriod"/>
              <a:defRPr/>
            </a:lvl3pPr>
            <a:lvl4pPr lvl="3">
              <a:lnSpc>
                <a:spcPct val="100000"/>
              </a:lnSpc>
              <a:spcBef>
                <a:spcPts val="0"/>
              </a:spcBef>
              <a:spcAft>
                <a:spcPts val="0"/>
              </a:spcAft>
              <a:buClr>
                <a:srgbClr val="999999"/>
              </a:buClr>
              <a:buSzPts val="800"/>
              <a:buFont typeface="Open Sans"/>
              <a:buAutoNum type="arabicPeriod"/>
              <a:defRPr/>
            </a:lvl4pPr>
            <a:lvl5pPr lvl="4">
              <a:lnSpc>
                <a:spcPct val="100000"/>
              </a:lnSpc>
              <a:spcBef>
                <a:spcPts val="0"/>
              </a:spcBef>
              <a:spcAft>
                <a:spcPts val="0"/>
              </a:spcAft>
              <a:buClr>
                <a:srgbClr val="999999"/>
              </a:buClr>
              <a:buSzPts val="1200"/>
              <a:buFont typeface="Open Sans"/>
              <a:buAutoNum type="alphaLcPeriod"/>
              <a:defRPr/>
            </a:lvl5pPr>
            <a:lvl6pPr lvl="5">
              <a:lnSpc>
                <a:spcPct val="100000"/>
              </a:lnSpc>
              <a:spcBef>
                <a:spcPts val="0"/>
              </a:spcBef>
              <a:spcAft>
                <a:spcPts val="0"/>
              </a:spcAft>
              <a:buClr>
                <a:srgbClr val="999999"/>
              </a:buClr>
              <a:buSzPts val="1200"/>
              <a:buFont typeface="Open Sans"/>
              <a:buAutoNum type="romanLcPeriod"/>
              <a:defRPr/>
            </a:lvl6pPr>
            <a:lvl7pPr lvl="6">
              <a:lnSpc>
                <a:spcPct val="100000"/>
              </a:lnSpc>
              <a:spcBef>
                <a:spcPts val="0"/>
              </a:spcBef>
              <a:spcAft>
                <a:spcPts val="0"/>
              </a:spcAft>
              <a:buClr>
                <a:srgbClr val="999999"/>
              </a:buClr>
              <a:buSzPts val="700"/>
              <a:buFont typeface="Open Sans"/>
              <a:buAutoNum type="arabicPeriod"/>
              <a:defRPr/>
            </a:lvl7pPr>
            <a:lvl8pPr lvl="7">
              <a:lnSpc>
                <a:spcPct val="100000"/>
              </a:lnSpc>
              <a:spcBef>
                <a:spcPts val="0"/>
              </a:spcBef>
              <a:spcAft>
                <a:spcPts val="0"/>
              </a:spcAft>
              <a:buClr>
                <a:srgbClr val="999999"/>
              </a:buClr>
              <a:buSzPts val="700"/>
              <a:buFont typeface="Open Sans"/>
              <a:buAutoNum type="alphaLcPeriod"/>
              <a:defRPr/>
            </a:lvl8pPr>
            <a:lvl9pPr lvl="8">
              <a:lnSpc>
                <a:spcPct val="100000"/>
              </a:lnSpc>
              <a:spcBef>
                <a:spcPts val="0"/>
              </a:spcBef>
              <a:spcAft>
                <a:spcPts val="0"/>
              </a:spcAft>
              <a:buClr>
                <a:srgbClr val="999999"/>
              </a:buClr>
              <a:buSzPts val="600"/>
              <a:buFont typeface="Open Sans"/>
              <a:buAutoNum type="romanLcPeriod"/>
              <a:defRPr/>
            </a:lvl9pPr>
          </a:lstStyle>
          <a:p>
            <a:endParaRPr/>
          </a:p>
        </p:txBody>
      </p:sp>
      <p:sp>
        <p:nvSpPr>
          <p:cNvPr id="385" name="Google Shape;385;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386" name="Google Shape;386;p19"/>
          <p:cNvGrpSpPr/>
          <p:nvPr/>
        </p:nvGrpSpPr>
        <p:grpSpPr>
          <a:xfrm>
            <a:off x="8934675" y="3943438"/>
            <a:ext cx="439200" cy="439100"/>
            <a:chOff x="1101075" y="2142375"/>
            <a:chExt cx="439200" cy="439100"/>
          </a:xfrm>
        </p:grpSpPr>
        <p:sp>
          <p:nvSpPr>
            <p:cNvPr id="387" name="Google Shape;387;p1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19"/>
          <p:cNvGrpSpPr/>
          <p:nvPr/>
        </p:nvGrpSpPr>
        <p:grpSpPr>
          <a:xfrm>
            <a:off x="5481594" y="-3117615"/>
            <a:ext cx="5954334" cy="6142759"/>
            <a:chOff x="5329194" y="-2965215"/>
            <a:chExt cx="5954334" cy="6142759"/>
          </a:xfrm>
        </p:grpSpPr>
        <p:sp>
          <p:nvSpPr>
            <p:cNvPr id="390" name="Google Shape;390;p19"/>
            <p:cNvSpPr/>
            <p:nvPr/>
          </p:nvSpPr>
          <p:spPr>
            <a:xfrm rot="-2700000">
              <a:off x="6677338" y="-23069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rot="-2700000">
              <a:off x="6782013" y="-26000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2" name="Google Shape;392;p19"/>
            <p:cNvGrpSpPr/>
            <p:nvPr/>
          </p:nvGrpSpPr>
          <p:grpSpPr>
            <a:xfrm rot="10800000">
              <a:off x="5710125" y="185651"/>
              <a:ext cx="4558967" cy="134100"/>
              <a:chOff x="796100" y="3019701"/>
              <a:chExt cx="4558967" cy="134100"/>
            </a:xfrm>
          </p:grpSpPr>
          <p:sp>
            <p:nvSpPr>
              <p:cNvPr id="393" name="Google Shape;393;p1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4" name="Google Shape;394;p1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95" name="Google Shape;395;p1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6" name="Google Shape;396;p19"/>
          <p:cNvGrpSpPr/>
          <p:nvPr/>
        </p:nvGrpSpPr>
        <p:grpSpPr>
          <a:xfrm flipH="1">
            <a:off x="-503516" y="3986929"/>
            <a:ext cx="5249359" cy="2992224"/>
            <a:chOff x="-258616" y="3430829"/>
            <a:chExt cx="5249359" cy="2992224"/>
          </a:xfrm>
        </p:grpSpPr>
        <p:pic>
          <p:nvPicPr>
            <p:cNvPr id="397" name="Google Shape;397;p19"/>
            <p:cNvPicPr preferRelativeResize="0"/>
            <p:nvPr/>
          </p:nvPicPr>
          <p:blipFill rotWithShape="1">
            <a:blip r:embed="rId2">
              <a:alphaModFix/>
            </a:blip>
            <a:srcRect l="16960" t="24718" r="7121" b="26177"/>
            <a:stretch/>
          </p:blipFill>
          <p:spPr>
            <a:xfrm>
              <a:off x="1070243" y="3430829"/>
              <a:ext cx="3920501" cy="2992224"/>
            </a:xfrm>
            <a:prstGeom prst="rect">
              <a:avLst/>
            </a:prstGeom>
            <a:noFill/>
            <a:ln>
              <a:noFill/>
            </a:ln>
          </p:spPr>
        </p:pic>
        <p:sp>
          <p:nvSpPr>
            <p:cNvPr id="398" name="Google Shape;398;p19"/>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9"/>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9"/>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3" name="Google Shape;403;p19"/>
            <p:cNvGrpSpPr/>
            <p:nvPr/>
          </p:nvGrpSpPr>
          <p:grpSpPr>
            <a:xfrm>
              <a:off x="736485" y="4387072"/>
              <a:ext cx="161977" cy="161940"/>
              <a:chOff x="1101075" y="2142375"/>
              <a:chExt cx="439200" cy="439100"/>
            </a:xfrm>
          </p:grpSpPr>
          <p:sp>
            <p:nvSpPr>
              <p:cNvPr id="404" name="Google Shape;404;p1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 name="Google Shape;406;p19"/>
            <p:cNvGrpSpPr/>
            <p:nvPr/>
          </p:nvGrpSpPr>
          <p:grpSpPr>
            <a:xfrm rot="10800000">
              <a:off x="2118901" y="4805293"/>
              <a:ext cx="161977" cy="161940"/>
              <a:chOff x="1101075" y="2142375"/>
              <a:chExt cx="439200" cy="439100"/>
            </a:xfrm>
          </p:grpSpPr>
          <p:sp>
            <p:nvSpPr>
              <p:cNvPr id="407" name="Google Shape;407;p1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9"/>
        <p:cNvGrpSpPr/>
        <p:nvPr/>
      </p:nvGrpSpPr>
      <p:grpSpPr>
        <a:xfrm>
          <a:off x="0" y="0"/>
          <a:ext cx="0" cy="0"/>
          <a:chOff x="0" y="0"/>
          <a:chExt cx="0" cy="0"/>
        </a:xfrm>
      </p:grpSpPr>
      <p:sp>
        <p:nvSpPr>
          <p:cNvPr id="410" name="Google Shape;410;p20"/>
          <p:cNvSpPr txBox="1">
            <a:spLocks noGrp="1"/>
          </p:cNvSpPr>
          <p:nvPr>
            <p:ph type="title"/>
          </p:nvPr>
        </p:nvSpPr>
        <p:spPr>
          <a:xfrm>
            <a:off x="713225" y="2122600"/>
            <a:ext cx="7297500" cy="9102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11" name="Google Shape;411;p20"/>
          <p:cNvGrpSpPr/>
          <p:nvPr/>
        </p:nvGrpSpPr>
        <p:grpSpPr>
          <a:xfrm>
            <a:off x="6475811" y="-1541623"/>
            <a:ext cx="2583360" cy="2409685"/>
            <a:chOff x="6475811" y="-1541623"/>
            <a:chExt cx="2583360" cy="2409685"/>
          </a:xfrm>
        </p:grpSpPr>
        <p:grpSp>
          <p:nvGrpSpPr>
            <p:cNvPr id="412" name="Google Shape;412;p20"/>
            <p:cNvGrpSpPr/>
            <p:nvPr/>
          </p:nvGrpSpPr>
          <p:grpSpPr>
            <a:xfrm rot="-5400000">
              <a:off x="5879041" y="-944853"/>
              <a:ext cx="2133442" cy="939904"/>
              <a:chOff x="-149984" y="3754784"/>
              <a:chExt cx="2133442" cy="939904"/>
            </a:xfrm>
          </p:grpSpPr>
          <p:sp>
            <p:nvSpPr>
              <p:cNvPr id="413" name="Google Shape;413;p20"/>
              <p:cNvSpPr/>
              <p:nvPr/>
            </p:nvSpPr>
            <p:spPr>
              <a:xfrm rot="5400000">
                <a:off x="707379" y="3056155"/>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0"/>
              <p:cNvSpPr/>
              <p:nvPr/>
            </p:nvSpPr>
            <p:spPr>
              <a:xfrm rot="5400000">
                <a:off x="391825" y="3465468"/>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5" name="Google Shape;415;p20"/>
            <p:cNvSpPr/>
            <p:nvPr/>
          </p:nvSpPr>
          <p:spPr>
            <a:xfrm rot="5400000">
              <a:off x="7783092" y="-77047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0"/>
            <p:cNvSpPr/>
            <p:nvPr/>
          </p:nvSpPr>
          <p:spPr>
            <a:xfrm rot="5400000">
              <a:off x="7617537" y="-361157"/>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20"/>
            <p:cNvGrpSpPr/>
            <p:nvPr/>
          </p:nvGrpSpPr>
          <p:grpSpPr>
            <a:xfrm>
              <a:off x="7741638" y="-258450"/>
              <a:ext cx="439200" cy="439100"/>
              <a:chOff x="1101075" y="2142375"/>
              <a:chExt cx="439200" cy="439100"/>
            </a:xfrm>
          </p:grpSpPr>
          <p:sp>
            <p:nvSpPr>
              <p:cNvPr id="418" name="Google Shape;418;p2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0"/>
        <p:cNvGrpSpPr/>
        <p:nvPr/>
      </p:nvGrpSpPr>
      <p:grpSpPr>
        <a:xfrm>
          <a:off x="0" y="0"/>
          <a:ext cx="0" cy="0"/>
          <a:chOff x="0" y="0"/>
          <a:chExt cx="0" cy="0"/>
        </a:xfrm>
      </p:grpSpPr>
      <p:sp>
        <p:nvSpPr>
          <p:cNvPr id="421" name="Google Shape;421;p21"/>
          <p:cNvSpPr txBox="1">
            <a:spLocks noGrp="1"/>
          </p:cNvSpPr>
          <p:nvPr>
            <p:ph type="title"/>
          </p:nvPr>
        </p:nvSpPr>
        <p:spPr>
          <a:xfrm>
            <a:off x="720000" y="479750"/>
            <a:ext cx="3145200" cy="18435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2" name="Google Shape;422;p21"/>
          <p:cNvSpPr txBox="1">
            <a:spLocks noGrp="1"/>
          </p:cNvSpPr>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lvl1pPr lvl="0">
              <a:spcBef>
                <a:spcPts val="0"/>
              </a:spcBef>
              <a:spcAft>
                <a:spcPts val="0"/>
              </a:spcAft>
              <a:buSzPts val="800"/>
              <a:buFont typeface="Open Sans"/>
              <a:buChar char="●"/>
              <a:defRPr/>
            </a:lvl1pPr>
            <a:lvl2pPr lvl="1" algn="ctr">
              <a:lnSpc>
                <a:spcPct val="100000"/>
              </a:lnSpc>
              <a:spcBef>
                <a:spcPts val="0"/>
              </a:spcBef>
              <a:spcAft>
                <a:spcPts val="0"/>
              </a:spcAft>
              <a:buSzPts val="800"/>
              <a:buFont typeface="Open Sans"/>
              <a:buChar char="○"/>
              <a:defRPr/>
            </a:lvl2pPr>
            <a:lvl3pPr lvl="2" algn="ctr">
              <a:lnSpc>
                <a:spcPct val="100000"/>
              </a:lnSpc>
              <a:spcBef>
                <a:spcPts val="0"/>
              </a:spcBef>
              <a:spcAft>
                <a:spcPts val="0"/>
              </a:spcAft>
              <a:buSzPts val="800"/>
              <a:buFont typeface="Open Sans"/>
              <a:buChar char="■"/>
              <a:defRPr/>
            </a:lvl3pPr>
            <a:lvl4pPr lvl="3" algn="ctr">
              <a:lnSpc>
                <a:spcPct val="100000"/>
              </a:lnSpc>
              <a:spcBef>
                <a:spcPts val="0"/>
              </a:spcBef>
              <a:spcAft>
                <a:spcPts val="0"/>
              </a:spcAft>
              <a:buSzPts val="800"/>
              <a:buFont typeface="Open Sans"/>
              <a:buChar char="●"/>
              <a:defRPr/>
            </a:lvl4pPr>
            <a:lvl5pPr lvl="4" algn="ctr">
              <a:lnSpc>
                <a:spcPct val="100000"/>
              </a:lnSpc>
              <a:spcBef>
                <a:spcPts val="0"/>
              </a:spcBef>
              <a:spcAft>
                <a:spcPts val="0"/>
              </a:spcAft>
              <a:buSzPts val="1200"/>
              <a:buFont typeface="Open Sans"/>
              <a:buChar char="○"/>
              <a:defRPr/>
            </a:lvl5pPr>
            <a:lvl6pPr lvl="5" algn="ctr">
              <a:lnSpc>
                <a:spcPct val="100000"/>
              </a:lnSpc>
              <a:spcBef>
                <a:spcPts val="0"/>
              </a:spcBef>
              <a:spcAft>
                <a:spcPts val="0"/>
              </a:spcAft>
              <a:buSzPts val="1200"/>
              <a:buFont typeface="Open Sans"/>
              <a:buChar char="■"/>
              <a:defRPr/>
            </a:lvl6pPr>
            <a:lvl7pPr lvl="6" algn="ctr">
              <a:lnSpc>
                <a:spcPct val="100000"/>
              </a:lnSpc>
              <a:spcBef>
                <a:spcPts val="0"/>
              </a:spcBef>
              <a:spcAft>
                <a:spcPts val="0"/>
              </a:spcAft>
              <a:buSzPts val="700"/>
              <a:buFont typeface="Open Sans"/>
              <a:buChar char="●"/>
              <a:defRPr/>
            </a:lvl7pPr>
            <a:lvl8pPr lvl="7" algn="ctr">
              <a:lnSpc>
                <a:spcPct val="100000"/>
              </a:lnSpc>
              <a:spcBef>
                <a:spcPts val="0"/>
              </a:spcBef>
              <a:spcAft>
                <a:spcPts val="0"/>
              </a:spcAft>
              <a:buSzPts val="700"/>
              <a:buFont typeface="Open Sans"/>
              <a:buChar char="○"/>
              <a:defRPr/>
            </a:lvl8pPr>
            <a:lvl9pPr lvl="8" algn="ctr">
              <a:lnSpc>
                <a:spcPct val="100000"/>
              </a:lnSpc>
              <a:spcBef>
                <a:spcPts val="0"/>
              </a:spcBef>
              <a:spcAft>
                <a:spcPts val="0"/>
              </a:spcAft>
              <a:buSzPts val="600"/>
              <a:buFont typeface="Open Sans"/>
              <a:buChar char="■"/>
              <a:defRPr/>
            </a:lvl9pPr>
          </a:lstStyle>
          <a:p>
            <a:endParaRPr/>
          </a:p>
        </p:txBody>
      </p:sp>
      <p:sp>
        <p:nvSpPr>
          <p:cNvPr id="423" name="Google Shape;423;p21"/>
          <p:cNvSpPr>
            <a:spLocks noGrp="1"/>
          </p:cNvSpPr>
          <p:nvPr>
            <p:ph type="pic" idx="2"/>
          </p:nvPr>
        </p:nvSpPr>
        <p:spPr>
          <a:xfrm>
            <a:off x="4135800" y="539500"/>
            <a:ext cx="4295100" cy="4069200"/>
          </a:xfrm>
          <a:prstGeom prst="snip1Rect">
            <a:avLst>
              <a:gd name="adj" fmla="val 16667"/>
            </a:avLst>
          </a:prstGeom>
          <a:noFill/>
          <a:ln>
            <a:noFill/>
          </a:ln>
        </p:spPr>
      </p:sp>
      <p:grpSp>
        <p:nvGrpSpPr>
          <p:cNvPr id="424" name="Google Shape;424;p21"/>
          <p:cNvGrpSpPr/>
          <p:nvPr/>
        </p:nvGrpSpPr>
        <p:grpSpPr>
          <a:xfrm>
            <a:off x="-2393465" y="-1635538"/>
            <a:ext cx="4710415" cy="5344655"/>
            <a:chOff x="-2317265" y="-1559338"/>
            <a:chExt cx="4710415" cy="5344655"/>
          </a:xfrm>
        </p:grpSpPr>
        <p:pic>
          <p:nvPicPr>
            <p:cNvPr id="425" name="Google Shape;425;p21"/>
            <p:cNvPicPr preferRelativeResize="0"/>
            <p:nvPr/>
          </p:nvPicPr>
          <p:blipFill rotWithShape="1">
            <a:blip r:embed="rId2">
              <a:alphaModFix/>
            </a:blip>
            <a:srcRect l="16960" t="24718" r="7121" b="26177"/>
            <a:stretch/>
          </p:blipFill>
          <p:spPr>
            <a:xfrm>
              <a:off x="-2317265" y="-1559338"/>
              <a:ext cx="3920501" cy="2992224"/>
            </a:xfrm>
            <a:prstGeom prst="rect">
              <a:avLst/>
            </a:prstGeom>
            <a:noFill/>
            <a:ln>
              <a:noFill/>
            </a:ln>
          </p:spPr>
        </p:pic>
        <p:grpSp>
          <p:nvGrpSpPr>
            <p:cNvPr id="426" name="Google Shape;426;p21"/>
            <p:cNvGrpSpPr/>
            <p:nvPr/>
          </p:nvGrpSpPr>
          <p:grpSpPr>
            <a:xfrm>
              <a:off x="-1322674" y="-1333888"/>
              <a:ext cx="3153315" cy="5119205"/>
              <a:chOff x="6643701" y="816087"/>
              <a:chExt cx="3153315" cy="5119205"/>
            </a:xfrm>
          </p:grpSpPr>
          <p:sp>
            <p:nvSpPr>
              <p:cNvPr id="427" name="Google Shape;427;p21"/>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8" name="Google Shape;428;p21"/>
              <p:cNvGrpSpPr/>
              <p:nvPr/>
            </p:nvGrpSpPr>
            <p:grpSpPr>
              <a:xfrm>
                <a:off x="8671986" y="2443197"/>
                <a:ext cx="134004" cy="134004"/>
                <a:chOff x="8356813" y="1074288"/>
                <a:chExt cx="351900" cy="351900"/>
              </a:xfrm>
            </p:grpSpPr>
            <p:sp>
              <p:nvSpPr>
                <p:cNvPr id="429" name="Google Shape;429;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1" name="Google Shape;431;p21"/>
              <p:cNvGrpSpPr/>
              <p:nvPr/>
            </p:nvGrpSpPr>
            <p:grpSpPr>
              <a:xfrm>
                <a:off x="7678536" y="3129397"/>
                <a:ext cx="134004" cy="134004"/>
                <a:chOff x="8356813" y="1074288"/>
                <a:chExt cx="351900" cy="351900"/>
              </a:xfrm>
            </p:grpSpPr>
            <p:sp>
              <p:nvSpPr>
                <p:cNvPr id="432" name="Google Shape;432;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21"/>
              <p:cNvGrpSpPr/>
              <p:nvPr/>
            </p:nvGrpSpPr>
            <p:grpSpPr>
              <a:xfrm>
                <a:off x="8062611" y="3503222"/>
                <a:ext cx="134004" cy="134004"/>
                <a:chOff x="8356813" y="1074288"/>
                <a:chExt cx="351900" cy="351900"/>
              </a:xfrm>
            </p:grpSpPr>
            <p:sp>
              <p:nvSpPr>
                <p:cNvPr id="435" name="Google Shape;435;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7" name="Google Shape;437;p21"/>
            <p:cNvGrpSpPr/>
            <p:nvPr/>
          </p:nvGrpSpPr>
          <p:grpSpPr>
            <a:xfrm>
              <a:off x="121568" y="-846844"/>
              <a:ext cx="88151" cy="2151709"/>
              <a:chOff x="3054755" y="4367024"/>
              <a:chExt cx="88142" cy="1137387"/>
            </a:xfrm>
          </p:grpSpPr>
          <p:sp>
            <p:nvSpPr>
              <p:cNvPr id="438" name="Google Shape;438;p21"/>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1"/>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21"/>
            <p:cNvGrpSpPr/>
            <p:nvPr/>
          </p:nvGrpSpPr>
          <p:grpSpPr>
            <a:xfrm>
              <a:off x="361243" y="-718832"/>
              <a:ext cx="88151" cy="2151709"/>
              <a:chOff x="3054755" y="4367024"/>
              <a:chExt cx="88142" cy="1137387"/>
            </a:xfrm>
          </p:grpSpPr>
          <p:sp>
            <p:nvSpPr>
              <p:cNvPr id="441" name="Google Shape;441;p21"/>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1"/>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 name="Google Shape;443;p21"/>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4" name="Google Shape;444;p21"/>
            <p:cNvGrpSpPr/>
            <p:nvPr/>
          </p:nvGrpSpPr>
          <p:grpSpPr>
            <a:xfrm>
              <a:off x="-175967" y="337269"/>
              <a:ext cx="480890" cy="481200"/>
              <a:chOff x="959750" y="3039275"/>
              <a:chExt cx="582050" cy="582425"/>
            </a:xfrm>
          </p:grpSpPr>
          <p:sp>
            <p:nvSpPr>
              <p:cNvPr id="445" name="Google Shape;445;p21"/>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1"/>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1"/>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1"/>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1"/>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1"/>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1"/>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2" name="Google Shape;452;p21"/>
          <p:cNvGrpSpPr/>
          <p:nvPr/>
        </p:nvGrpSpPr>
        <p:grpSpPr>
          <a:xfrm>
            <a:off x="6719910" y="2898312"/>
            <a:ext cx="3920501" cy="3213899"/>
            <a:chOff x="6643710" y="2822113"/>
            <a:chExt cx="3920501" cy="3213899"/>
          </a:xfrm>
        </p:grpSpPr>
        <p:sp>
          <p:nvSpPr>
            <p:cNvPr id="453" name="Google Shape;453;p21"/>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4" name="Google Shape;454;p21"/>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grpSp>
          <p:nvGrpSpPr>
            <p:cNvPr id="455" name="Google Shape;455;p21"/>
            <p:cNvGrpSpPr/>
            <p:nvPr/>
          </p:nvGrpSpPr>
          <p:grpSpPr>
            <a:xfrm>
              <a:off x="8671987" y="3471620"/>
              <a:ext cx="699928" cy="1651024"/>
              <a:chOff x="8337812" y="3492483"/>
              <a:chExt cx="699928" cy="1651024"/>
            </a:xfrm>
          </p:grpSpPr>
          <p:sp>
            <p:nvSpPr>
              <p:cNvPr id="456" name="Google Shape;456;p21"/>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1"/>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1"/>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 name="Google Shape;459;p21"/>
            <p:cNvGrpSpPr/>
            <p:nvPr/>
          </p:nvGrpSpPr>
          <p:grpSpPr>
            <a:xfrm>
              <a:off x="8279400" y="4281138"/>
              <a:ext cx="904666" cy="726121"/>
              <a:chOff x="7945225" y="4302000"/>
              <a:chExt cx="904666" cy="726121"/>
            </a:xfrm>
          </p:grpSpPr>
          <p:sp>
            <p:nvSpPr>
              <p:cNvPr id="460" name="Google Shape;460;p21"/>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1"/>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1"/>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3" name="Google Shape;463;p21"/>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1"/>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 name="Google Shape;465;p21"/>
          <p:cNvGrpSpPr/>
          <p:nvPr/>
        </p:nvGrpSpPr>
        <p:grpSpPr>
          <a:xfrm>
            <a:off x="-1953175" y="4816451"/>
            <a:ext cx="4558967" cy="134100"/>
            <a:chOff x="796100" y="3019701"/>
            <a:chExt cx="4558967" cy="134100"/>
          </a:xfrm>
        </p:grpSpPr>
        <p:sp>
          <p:nvSpPr>
            <p:cNvPr id="466" name="Google Shape;466;p21"/>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7" name="Google Shape;467;p21"/>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68" name="Google Shape;468;p21"/>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9"/>
        <p:cNvGrpSpPr/>
        <p:nvPr/>
      </p:nvGrpSpPr>
      <p:grpSpPr>
        <a:xfrm>
          <a:off x="0" y="0"/>
          <a:ext cx="0" cy="0"/>
          <a:chOff x="0" y="0"/>
          <a:chExt cx="0" cy="0"/>
        </a:xfrm>
      </p:grpSpPr>
      <p:sp>
        <p:nvSpPr>
          <p:cNvPr id="470" name="Google Shape;470;p22"/>
          <p:cNvSpPr>
            <a:spLocks noGrp="1"/>
          </p:cNvSpPr>
          <p:nvPr>
            <p:ph type="pic" idx="2"/>
          </p:nvPr>
        </p:nvSpPr>
        <p:spPr>
          <a:xfrm>
            <a:off x="0" y="0"/>
            <a:ext cx="9144000" cy="5143500"/>
          </a:xfrm>
          <a:prstGeom prst="rect">
            <a:avLst/>
          </a:prstGeom>
          <a:noFill/>
          <a:ln>
            <a:noFill/>
          </a:ln>
        </p:spPr>
      </p:sp>
      <p:sp>
        <p:nvSpPr>
          <p:cNvPr id="471" name="Google Shape;471;p22"/>
          <p:cNvSpPr txBox="1">
            <a:spLocks noGrp="1"/>
          </p:cNvSpPr>
          <p:nvPr>
            <p:ph type="title"/>
          </p:nvPr>
        </p:nvSpPr>
        <p:spPr>
          <a:xfrm>
            <a:off x="720000" y="539500"/>
            <a:ext cx="3672000" cy="932700"/>
          </a:xfrm>
          <a:prstGeom prst="rect">
            <a:avLst/>
          </a:prstGeom>
          <a:solidFill>
            <a:schemeClr val="lt1"/>
          </a:solidFill>
        </p:spPr>
        <p:txBody>
          <a:bodyPr spcFirstLastPara="1" wrap="square" lIns="91425" tIns="91425" rIns="91425" bIns="91425" anchor="t" anchorCtr="0">
            <a:noAutofit/>
          </a:bodyPr>
          <a:lstStyle>
            <a:lvl1pPr lvl="0" algn="ctr">
              <a:spcBef>
                <a:spcPts val="0"/>
              </a:spcBef>
              <a:spcAft>
                <a:spcPts val="0"/>
              </a:spcAft>
              <a:buSzPts val="3000"/>
              <a:buNone/>
              <a:defRPr sz="25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2"/>
        <p:cNvGrpSpPr/>
        <p:nvPr/>
      </p:nvGrpSpPr>
      <p:grpSpPr>
        <a:xfrm>
          <a:off x="0" y="0"/>
          <a:ext cx="0" cy="0"/>
          <a:chOff x="0" y="0"/>
          <a:chExt cx="0" cy="0"/>
        </a:xfrm>
      </p:grpSpPr>
      <p:sp>
        <p:nvSpPr>
          <p:cNvPr id="473" name="Google Shape;473;p23"/>
          <p:cNvSpPr txBox="1">
            <a:spLocks noGrp="1"/>
          </p:cNvSpPr>
          <p:nvPr>
            <p:ph type="title" hasCustomPrompt="1"/>
          </p:nvPr>
        </p:nvSpPr>
        <p:spPr>
          <a:xfrm>
            <a:off x="713225" y="1766475"/>
            <a:ext cx="6576000" cy="1036200"/>
          </a:xfrm>
          <a:prstGeom prst="rect">
            <a:avLst/>
          </a:prstGeom>
        </p:spPr>
        <p:txBody>
          <a:bodyPr spcFirstLastPara="1" wrap="square" lIns="91425" tIns="91425" rIns="91425" bIns="91425" anchor="b" anchorCtr="0">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474" name="Google Shape;474;p23"/>
          <p:cNvSpPr txBox="1">
            <a:spLocks noGrp="1"/>
          </p:cNvSpPr>
          <p:nvPr>
            <p:ph type="subTitle" idx="1"/>
          </p:nvPr>
        </p:nvSpPr>
        <p:spPr>
          <a:xfrm>
            <a:off x="713225" y="3118375"/>
            <a:ext cx="6576000" cy="497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475" name="Google Shape;475;p23"/>
          <p:cNvGrpSpPr/>
          <p:nvPr/>
        </p:nvGrpSpPr>
        <p:grpSpPr>
          <a:xfrm>
            <a:off x="-889904" y="4083136"/>
            <a:ext cx="4477057" cy="2336436"/>
            <a:chOff x="-889904" y="4006936"/>
            <a:chExt cx="4477057" cy="2336436"/>
          </a:xfrm>
        </p:grpSpPr>
        <p:grpSp>
          <p:nvGrpSpPr>
            <p:cNvPr id="476" name="Google Shape;476;p23"/>
            <p:cNvGrpSpPr/>
            <p:nvPr/>
          </p:nvGrpSpPr>
          <p:grpSpPr>
            <a:xfrm>
              <a:off x="-889904" y="4006936"/>
              <a:ext cx="4477057" cy="2336436"/>
              <a:chOff x="-900729" y="3974486"/>
              <a:chExt cx="4477057" cy="2336436"/>
            </a:xfrm>
          </p:grpSpPr>
          <p:sp>
            <p:nvSpPr>
              <p:cNvPr id="477" name="Google Shape;477;p23"/>
              <p:cNvSpPr/>
              <p:nvPr/>
            </p:nvSpPr>
            <p:spPr>
              <a:xfrm rot="-3600048">
                <a:off x="-675925" y="4363903"/>
                <a:ext cx="1798609" cy="1557602"/>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3"/>
              <p:cNvSpPr/>
              <p:nvPr/>
            </p:nvSpPr>
            <p:spPr>
              <a:xfrm rot="-5400000">
                <a:off x="891329" y="3148090"/>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9" name="Google Shape;479;p23"/>
              <p:cNvGrpSpPr/>
              <p:nvPr/>
            </p:nvGrpSpPr>
            <p:grpSpPr>
              <a:xfrm>
                <a:off x="63440" y="4608566"/>
                <a:ext cx="496803" cy="497084"/>
                <a:chOff x="3678700" y="407275"/>
                <a:chExt cx="708100" cy="708500"/>
              </a:xfrm>
            </p:grpSpPr>
            <p:sp>
              <p:nvSpPr>
                <p:cNvPr id="480" name="Google Shape;480;p2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23"/>
              <p:cNvGrpSpPr/>
              <p:nvPr/>
            </p:nvGrpSpPr>
            <p:grpSpPr>
              <a:xfrm>
                <a:off x="464815" y="4608566"/>
                <a:ext cx="496803" cy="497084"/>
                <a:chOff x="3678700" y="407275"/>
                <a:chExt cx="708100" cy="708500"/>
              </a:xfrm>
            </p:grpSpPr>
            <p:sp>
              <p:nvSpPr>
                <p:cNvPr id="488" name="Google Shape;488;p2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5" name="Google Shape;495;p23"/>
            <p:cNvGrpSpPr/>
            <p:nvPr/>
          </p:nvGrpSpPr>
          <p:grpSpPr>
            <a:xfrm rot="5400000">
              <a:off x="1017275" y="4934200"/>
              <a:ext cx="439200" cy="439100"/>
              <a:chOff x="1101075" y="2142375"/>
              <a:chExt cx="439200" cy="439100"/>
            </a:xfrm>
          </p:grpSpPr>
          <p:sp>
            <p:nvSpPr>
              <p:cNvPr id="496" name="Google Shape;496;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8" name="Google Shape;498;p23"/>
          <p:cNvGrpSpPr/>
          <p:nvPr/>
        </p:nvGrpSpPr>
        <p:grpSpPr>
          <a:xfrm>
            <a:off x="-2613417" y="-2882410"/>
            <a:ext cx="8164418" cy="6343459"/>
            <a:chOff x="-2613417" y="-2806210"/>
            <a:chExt cx="8164418" cy="6343459"/>
          </a:xfrm>
        </p:grpSpPr>
        <p:grpSp>
          <p:nvGrpSpPr>
            <p:cNvPr id="499" name="Google Shape;499;p23"/>
            <p:cNvGrpSpPr/>
            <p:nvPr/>
          </p:nvGrpSpPr>
          <p:grpSpPr>
            <a:xfrm>
              <a:off x="-191059" y="95963"/>
              <a:ext cx="1538562" cy="971589"/>
              <a:chOff x="-191059" y="95963"/>
              <a:chExt cx="1538562" cy="971589"/>
            </a:xfrm>
          </p:grpSpPr>
          <p:grpSp>
            <p:nvGrpSpPr>
              <p:cNvPr id="500" name="Google Shape;500;p23"/>
              <p:cNvGrpSpPr/>
              <p:nvPr/>
            </p:nvGrpSpPr>
            <p:grpSpPr>
              <a:xfrm>
                <a:off x="-191059" y="201619"/>
                <a:ext cx="904284" cy="865933"/>
                <a:chOff x="2038491" y="-937756"/>
                <a:chExt cx="904284" cy="865933"/>
              </a:xfrm>
            </p:grpSpPr>
            <p:grpSp>
              <p:nvGrpSpPr>
                <p:cNvPr id="501" name="Google Shape;501;p23"/>
                <p:cNvGrpSpPr/>
                <p:nvPr/>
              </p:nvGrpSpPr>
              <p:grpSpPr>
                <a:xfrm>
                  <a:off x="2096570" y="-863491"/>
                  <a:ext cx="717621" cy="717392"/>
                  <a:chOff x="1483457" y="3953671"/>
                  <a:chExt cx="717621" cy="717392"/>
                </a:xfrm>
              </p:grpSpPr>
              <p:sp>
                <p:nvSpPr>
                  <p:cNvPr id="502" name="Google Shape;502;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7" name="Google Shape;507;p23"/>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 name="Google Shape;508;p23"/>
              <p:cNvGrpSpPr/>
              <p:nvPr/>
            </p:nvGrpSpPr>
            <p:grpSpPr>
              <a:xfrm>
                <a:off x="584533" y="95963"/>
                <a:ext cx="473483" cy="453403"/>
                <a:chOff x="2038491" y="-937756"/>
                <a:chExt cx="904284" cy="865933"/>
              </a:xfrm>
            </p:grpSpPr>
            <p:grpSp>
              <p:nvGrpSpPr>
                <p:cNvPr id="509" name="Google Shape;509;p23"/>
                <p:cNvGrpSpPr/>
                <p:nvPr/>
              </p:nvGrpSpPr>
              <p:grpSpPr>
                <a:xfrm>
                  <a:off x="2096570" y="-863491"/>
                  <a:ext cx="717621" cy="717392"/>
                  <a:chOff x="1483457" y="3953671"/>
                  <a:chExt cx="717621" cy="717392"/>
                </a:xfrm>
              </p:grpSpPr>
              <p:sp>
                <p:nvSpPr>
                  <p:cNvPr id="510" name="Google Shape;510;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5" name="Google Shape;515;p23"/>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516;p23"/>
              <p:cNvGrpSpPr/>
              <p:nvPr/>
            </p:nvGrpSpPr>
            <p:grpSpPr>
              <a:xfrm>
                <a:off x="530445" y="481913"/>
                <a:ext cx="473483" cy="453403"/>
                <a:chOff x="2038491" y="-937756"/>
                <a:chExt cx="904284" cy="865933"/>
              </a:xfrm>
            </p:grpSpPr>
            <p:grpSp>
              <p:nvGrpSpPr>
                <p:cNvPr id="517" name="Google Shape;517;p23"/>
                <p:cNvGrpSpPr/>
                <p:nvPr/>
              </p:nvGrpSpPr>
              <p:grpSpPr>
                <a:xfrm>
                  <a:off x="2096570" y="-863491"/>
                  <a:ext cx="717621" cy="717392"/>
                  <a:chOff x="1483457" y="3953671"/>
                  <a:chExt cx="717621" cy="717392"/>
                </a:xfrm>
              </p:grpSpPr>
              <p:sp>
                <p:nvSpPr>
                  <p:cNvPr id="518" name="Google Shape;518;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3" name="Google Shape;523;p23"/>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 name="Google Shape;524;p23"/>
              <p:cNvGrpSpPr/>
              <p:nvPr/>
            </p:nvGrpSpPr>
            <p:grpSpPr>
              <a:xfrm>
                <a:off x="874020" y="312788"/>
                <a:ext cx="473483" cy="453403"/>
                <a:chOff x="2038491" y="-937756"/>
                <a:chExt cx="904284" cy="865933"/>
              </a:xfrm>
            </p:grpSpPr>
            <p:grpSp>
              <p:nvGrpSpPr>
                <p:cNvPr id="525" name="Google Shape;525;p23"/>
                <p:cNvGrpSpPr/>
                <p:nvPr/>
              </p:nvGrpSpPr>
              <p:grpSpPr>
                <a:xfrm>
                  <a:off x="2096570" y="-863491"/>
                  <a:ext cx="717621" cy="717392"/>
                  <a:chOff x="1483457" y="3953671"/>
                  <a:chExt cx="717621" cy="717392"/>
                </a:xfrm>
              </p:grpSpPr>
              <p:sp>
                <p:nvSpPr>
                  <p:cNvPr id="526" name="Google Shape;526;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1" name="Google Shape;531;p23"/>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2" name="Google Shape;532;p23"/>
            <p:cNvGrpSpPr/>
            <p:nvPr/>
          </p:nvGrpSpPr>
          <p:grpSpPr>
            <a:xfrm rot="-7479050">
              <a:off x="-2051246" y="-1642948"/>
              <a:ext cx="4889863" cy="3931229"/>
              <a:chOff x="7103825" y="-713112"/>
              <a:chExt cx="3785226" cy="3043150"/>
            </a:xfrm>
          </p:grpSpPr>
          <p:sp>
            <p:nvSpPr>
              <p:cNvPr id="533" name="Google Shape;533;p23"/>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4" name="Google Shape;534;p23"/>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535" name="Google Shape;535;p23"/>
            <p:cNvGrpSpPr/>
            <p:nvPr/>
          </p:nvGrpSpPr>
          <p:grpSpPr>
            <a:xfrm>
              <a:off x="-640220" y="-2653973"/>
              <a:ext cx="6191222" cy="6191222"/>
              <a:chOff x="-640220" y="-2502423"/>
              <a:chExt cx="6191222" cy="6191222"/>
            </a:xfrm>
          </p:grpSpPr>
          <p:sp>
            <p:nvSpPr>
              <p:cNvPr id="536" name="Google Shape;536;p23"/>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3"/>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38"/>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39"/>
        <p:cNvGrpSpPr/>
        <p:nvPr/>
      </p:nvGrpSpPr>
      <p:grpSpPr>
        <a:xfrm>
          <a:off x="0" y="0"/>
          <a:ext cx="0" cy="0"/>
          <a:chOff x="0" y="0"/>
          <a:chExt cx="0" cy="0"/>
        </a:xfrm>
      </p:grpSpPr>
      <p:sp>
        <p:nvSpPr>
          <p:cNvPr id="540" name="Google Shape;540;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541" name="Google Shape;541;p25"/>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2" name="Google Shape;542;p25"/>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3" name="Google Shape;543;p25"/>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4" name="Google Shape;544;p25"/>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5" name="Google Shape;545;p25"/>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46" name="Google Shape;546;p25"/>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47" name="Google Shape;547;p25"/>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48" name="Google Shape;548;p25"/>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49" name="Google Shape;549;p25"/>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50" name="Google Shape;550;p25"/>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51" name="Google Shape;551;p25"/>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52" name="Google Shape;552;p25"/>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53" name="Google Shape;553;p25"/>
          <p:cNvGrpSpPr/>
          <p:nvPr/>
        </p:nvGrpSpPr>
        <p:grpSpPr>
          <a:xfrm>
            <a:off x="-808923" y="2711465"/>
            <a:ext cx="2097951" cy="3309497"/>
            <a:chOff x="-656523" y="2711465"/>
            <a:chExt cx="2097951" cy="3309497"/>
          </a:xfrm>
        </p:grpSpPr>
        <p:sp>
          <p:nvSpPr>
            <p:cNvPr id="554" name="Google Shape;554;p25"/>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5" name="Google Shape;555;p25"/>
            <p:cNvGrpSpPr/>
            <p:nvPr/>
          </p:nvGrpSpPr>
          <p:grpSpPr>
            <a:xfrm>
              <a:off x="323479" y="4682324"/>
              <a:ext cx="328346" cy="328531"/>
              <a:chOff x="3678700" y="407275"/>
              <a:chExt cx="708100" cy="708500"/>
            </a:xfrm>
          </p:grpSpPr>
          <p:sp>
            <p:nvSpPr>
              <p:cNvPr id="556" name="Google Shape;556;p25"/>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5"/>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5"/>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5"/>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5"/>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5"/>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5"/>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563;p25"/>
            <p:cNvGrpSpPr/>
            <p:nvPr/>
          </p:nvGrpSpPr>
          <p:grpSpPr>
            <a:xfrm>
              <a:off x="-541317" y="2711465"/>
              <a:ext cx="1117945" cy="1598547"/>
              <a:chOff x="-541317" y="2711465"/>
              <a:chExt cx="1117945" cy="1598547"/>
            </a:xfrm>
          </p:grpSpPr>
          <p:sp>
            <p:nvSpPr>
              <p:cNvPr id="564" name="Google Shape;564;p25"/>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5" name="Google Shape;565;p25"/>
              <p:cNvGrpSpPr/>
              <p:nvPr/>
            </p:nvGrpSpPr>
            <p:grpSpPr>
              <a:xfrm>
                <a:off x="442584" y="4120912"/>
                <a:ext cx="134044" cy="134013"/>
                <a:chOff x="1101075" y="2142375"/>
                <a:chExt cx="439200" cy="439100"/>
              </a:xfrm>
            </p:grpSpPr>
            <p:sp>
              <p:nvSpPr>
                <p:cNvPr id="566" name="Google Shape;566;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8" name="Google Shape;568;p25"/>
            <p:cNvGrpSpPr/>
            <p:nvPr/>
          </p:nvGrpSpPr>
          <p:grpSpPr>
            <a:xfrm rot="-9080766">
              <a:off x="-341725" y="3731687"/>
              <a:ext cx="1117904" cy="1598488"/>
              <a:chOff x="-541317" y="2711465"/>
              <a:chExt cx="1117945" cy="1598547"/>
            </a:xfrm>
          </p:grpSpPr>
          <p:sp>
            <p:nvSpPr>
              <p:cNvPr id="569" name="Google Shape;569;p25"/>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0" name="Google Shape;570;p25"/>
              <p:cNvGrpSpPr/>
              <p:nvPr/>
            </p:nvGrpSpPr>
            <p:grpSpPr>
              <a:xfrm>
                <a:off x="442584" y="4120912"/>
                <a:ext cx="134044" cy="134013"/>
                <a:chOff x="1101075" y="2142375"/>
                <a:chExt cx="439200" cy="439100"/>
              </a:xfrm>
            </p:grpSpPr>
            <p:sp>
              <p:nvSpPr>
                <p:cNvPr id="571" name="Google Shape;571;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73" name="Google Shape;573;p25"/>
            <p:cNvGrpSpPr/>
            <p:nvPr/>
          </p:nvGrpSpPr>
          <p:grpSpPr>
            <a:xfrm rot="10800000">
              <a:off x="323483" y="4422415"/>
              <a:ext cx="1117945" cy="1598547"/>
              <a:chOff x="-541317" y="2711465"/>
              <a:chExt cx="1117945" cy="1598547"/>
            </a:xfrm>
          </p:grpSpPr>
          <p:sp>
            <p:nvSpPr>
              <p:cNvPr id="574" name="Google Shape;574;p25"/>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5" name="Google Shape;575;p25"/>
              <p:cNvGrpSpPr/>
              <p:nvPr/>
            </p:nvGrpSpPr>
            <p:grpSpPr>
              <a:xfrm>
                <a:off x="442584" y="4120912"/>
                <a:ext cx="134044" cy="134013"/>
                <a:chOff x="1101075" y="2142375"/>
                <a:chExt cx="439200" cy="439100"/>
              </a:xfrm>
            </p:grpSpPr>
            <p:sp>
              <p:nvSpPr>
                <p:cNvPr id="576" name="Google Shape;576;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78" name="Google Shape;578;p25"/>
          <p:cNvGrpSpPr/>
          <p:nvPr/>
        </p:nvGrpSpPr>
        <p:grpSpPr>
          <a:xfrm>
            <a:off x="6470875" y="-1735180"/>
            <a:ext cx="4257000" cy="4171657"/>
            <a:chOff x="6394675" y="-1658980"/>
            <a:chExt cx="4257000" cy="4171657"/>
          </a:xfrm>
        </p:grpSpPr>
        <p:grpSp>
          <p:nvGrpSpPr>
            <p:cNvPr id="579" name="Google Shape;579;p25"/>
            <p:cNvGrpSpPr/>
            <p:nvPr/>
          </p:nvGrpSpPr>
          <p:grpSpPr>
            <a:xfrm rot="-2700000" flipH="1">
              <a:off x="7289785" y="-1246897"/>
              <a:ext cx="2552124" cy="3347490"/>
              <a:chOff x="2976325" y="908175"/>
              <a:chExt cx="4028179" cy="5283555"/>
            </a:xfrm>
          </p:grpSpPr>
          <p:sp>
            <p:nvSpPr>
              <p:cNvPr id="580" name="Google Shape;580;p25"/>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5"/>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5"/>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3" name="Google Shape;583;p25"/>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5"/>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 name="Google Shape;585;p25"/>
          <p:cNvGrpSpPr/>
          <p:nvPr/>
        </p:nvGrpSpPr>
        <p:grpSpPr>
          <a:xfrm>
            <a:off x="-113888" y="229201"/>
            <a:ext cx="1891393" cy="134100"/>
            <a:chOff x="-113888" y="229201"/>
            <a:chExt cx="1891393" cy="134100"/>
          </a:xfrm>
        </p:grpSpPr>
        <p:sp>
          <p:nvSpPr>
            <p:cNvPr id="586" name="Google Shape;586;p25"/>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7" name="Google Shape;587;p25"/>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88" name="Google Shape;588;p25"/>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89"/>
        <p:cNvGrpSpPr/>
        <p:nvPr/>
      </p:nvGrpSpPr>
      <p:grpSpPr>
        <a:xfrm>
          <a:off x="0" y="0"/>
          <a:ext cx="0" cy="0"/>
          <a:chOff x="0" y="0"/>
          <a:chExt cx="0" cy="0"/>
        </a:xfrm>
      </p:grpSpPr>
      <p:sp>
        <p:nvSpPr>
          <p:cNvPr id="590" name="Google Shape;590;p26"/>
          <p:cNvSpPr txBox="1">
            <a:spLocks noGrp="1"/>
          </p:cNvSpPr>
          <p:nvPr>
            <p:ph type="title"/>
          </p:nvPr>
        </p:nvSpPr>
        <p:spPr>
          <a:xfrm>
            <a:off x="713225" y="3349250"/>
            <a:ext cx="6691200" cy="531900"/>
          </a:xfrm>
          <a:prstGeom prst="rect">
            <a:avLst/>
          </a:prstGeom>
        </p:spPr>
        <p:txBody>
          <a:bodyPr spcFirstLastPara="1" wrap="square" lIns="91425" tIns="91425" rIns="91425" bIns="91425" anchor="ctr" anchorCtr="0">
            <a:noAutofit/>
          </a:bodyPr>
          <a:lstStyle>
            <a:lvl1pPr lvl="0">
              <a:lnSpc>
                <a:spcPct val="115000"/>
              </a:lnSpc>
              <a:spcBef>
                <a:spcPts val="0"/>
              </a:spcBef>
              <a:spcAft>
                <a:spcPts val="0"/>
              </a:spcAft>
              <a:buSzPts val="3000"/>
              <a:buNone/>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
        <p:nvSpPr>
          <p:cNvPr id="591" name="Google Shape;591;p26"/>
          <p:cNvSpPr txBox="1">
            <a:spLocks noGrp="1"/>
          </p:cNvSpPr>
          <p:nvPr>
            <p:ph type="subTitle" idx="1"/>
          </p:nvPr>
        </p:nvSpPr>
        <p:spPr>
          <a:xfrm>
            <a:off x="713225" y="1511313"/>
            <a:ext cx="6691200" cy="14784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592"/>
        <p:cNvGrpSpPr/>
        <p:nvPr/>
      </p:nvGrpSpPr>
      <p:grpSpPr>
        <a:xfrm>
          <a:off x="0" y="0"/>
          <a:ext cx="0" cy="0"/>
          <a:chOff x="0" y="0"/>
          <a:chExt cx="0" cy="0"/>
        </a:xfrm>
      </p:grpSpPr>
      <p:sp>
        <p:nvSpPr>
          <p:cNvPr id="593" name="Google Shape;593;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grpSp>
        <p:nvGrpSpPr>
          <p:cNvPr id="594" name="Google Shape;594;p27"/>
          <p:cNvGrpSpPr/>
          <p:nvPr/>
        </p:nvGrpSpPr>
        <p:grpSpPr>
          <a:xfrm>
            <a:off x="4967675" y="4931713"/>
            <a:ext cx="439200" cy="439100"/>
            <a:chOff x="1101075" y="2142375"/>
            <a:chExt cx="439200" cy="439100"/>
          </a:xfrm>
        </p:grpSpPr>
        <p:sp>
          <p:nvSpPr>
            <p:cNvPr id="595" name="Google Shape;595;p2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 name="Google Shape;597;p27"/>
          <p:cNvGrpSpPr/>
          <p:nvPr/>
        </p:nvGrpSpPr>
        <p:grpSpPr>
          <a:xfrm>
            <a:off x="2176605" y="-3695660"/>
            <a:ext cx="7317722" cy="6983297"/>
            <a:chOff x="2100405" y="-3619460"/>
            <a:chExt cx="7317722" cy="6983297"/>
          </a:xfrm>
        </p:grpSpPr>
        <p:sp>
          <p:nvSpPr>
            <p:cNvPr id="598" name="Google Shape;598;p27"/>
            <p:cNvSpPr/>
            <p:nvPr/>
          </p:nvSpPr>
          <p:spPr>
            <a:xfrm rot="8100000" flipH="1">
              <a:off x="3778999" y="-2106462"/>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9" name="Google Shape;599;p27"/>
            <p:cNvGrpSpPr/>
            <p:nvPr/>
          </p:nvGrpSpPr>
          <p:grpSpPr>
            <a:xfrm rot="2700000">
              <a:off x="7787417" y="120497"/>
              <a:ext cx="582044" cy="582419"/>
              <a:chOff x="959750" y="3039275"/>
              <a:chExt cx="582050" cy="582425"/>
            </a:xfrm>
          </p:grpSpPr>
          <p:sp>
            <p:nvSpPr>
              <p:cNvPr id="600" name="Google Shape;600;p2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 name="Google Shape;607;p27"/>
            <p:cNvGrpSpPr/>
            <p:nvPr/>
          </p:nvGrpSpPr>
          <p:grpSpPr>
            <a:xfrm rot="2700000">
              <a:off x="8310742" y="-75303"/>
              <a:ext cx="582044" cy="582419"/>
              <a:chOff x="959750" y="3039275"/>
              <a:chExt cx="582050" cy="582425"/>
            </a:xfrm>
          </p:grpSpPr>
          <p:sp>
            <p:nvSpPr>
              <p:cNvPr id="608" name="Google Shape;608;p2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27"/>
            <p:cNvSpPr/>
            <p:nvPr/>
          </p:nvSpPr>
          <p:spPr>
            <a:xfrm rot="5400000">
              <a:off x="8142048" y="-57566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7"/>
            <p:cNvSpPr/>
            <p:nvPr/>
          </p:nvSpPr>
          <p:spPr>
            <a:xfrm rot="10800000">
              <a:off x="8365398" y="-290023"/>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7"/>
            <p:cNvSpPr/>
            <p:nvPr/>
          </p:nvSpPr>
          <p:spPr>
            <a:xfrm rot="10800000">
              <a:off x="8490148" y="2"/>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7"/>
            <p:cNvSpPr/>
            <p:nvPr/>
          </p:nvSpPr>
          <p:spPr>
            <a:xfrm rot="-2700000" flipH="1">
              <a:off x="3192849" y="-2898537"/>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27"/>
          <p:cNvGrpSpPr/>
          <p:nvPr/>
        </p:nvGrpSpPr>
        <p:grpSpPr>
          <a:xfrm>
            <a:off x="-2424242" y="2074146"/>
            <a:ext cx="6274943" cy="6257753"/>
            <a:chOff x="-2447692" y="2022396"/>
            <a:chExt cx="6274943" cy="6257753"/>
          </a:xfrm>
        </p:grpSpPr>
        <p:grpSp>
          <p:nvGrpSpPr>
            <p:cNvPr id="620" name="Google Shape;620;p27"/>
            <p:cNvGrpSpPr/>
            <p:nvPr/>
          </p:nvGrpSpPr>
          <p:grpSpPr>
            <a:xfrm rot="10800000" flipH="1">
              <a:off x="-25334" y="4406387"/>
              <a:ext cx="1538562" cy="971589"/>
              <a:chOff x="-191059" y="95963"/>
              <a:chExt cx="1538562" cy="971589"/>
            </a:xfrm>
          </p:grpSpPr>
          <p:grpSp>
            <p:nvGrpSpPr>
              <p:cNvPr id="621" name="Google Shape;621;p27"/>
              <p:cNvGrpSpPr/>
              <p:nvPr/>
            </p:nvGrpSpPr>
            <p:grpSpPr>
              <a:xfrm>
                <a:off x="-191059" y="201619"/>
                <a:ext cx="904284" cy="865933"/>
                <a:chOff x="2038491" y="-937756"/>
                <a:chExt cx="904284" cy="865933"/>
              </a:xfrm>
            </p:grpSpPr>
            <p:grpSp>
              <p:nvGrpSpPr>
                <p:cNvPr id="622" name="Google Shape;622;p27"/>
                <p:cNvGrpSpPr/>
                <p:nvPr/>
              </p:nvGrpSpPr>
              <p:grpSpPr>
                <a:xfrm>
                  <a:off x="2096570" y="-863491"/>
                  <a:ext cx="717621" cy="717392"/>
                  <a:chOff x="1483457" y="3953671"/>
                  <a:chExt cx="717621" cy="717392"/>
                </a:xfrm>
              </p:grpSpPr>
              <p:sp>
                <p:nvSpPr>
                  <p:cNvPr id="623" name="Google Shape;623;p2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8" name="Google Shape;628;p27"/>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27"/>
              <p:cNvGrpSpPr/>
              <p:nvPr/>
            </p:nvGrpSpPr>
            <p:grpSpPr>
              <a:xfrm>
                <a:off x="584533" y="95963"/>
                <a:ext cx="473483" cy="453403"/>
                <a:chOff x="2038491" y="-937756"/>
                <a:chExt cx="904284" cy="865933"/>
              </a:xfrm>
            </p:grpSpPr>
            <p:grpSp>
              <p:nvGrpSpPr>
                <p:cNvPr id="630" name="Google Shape;630;p27"/>
                <p:cNvGrpSpPr/>
                <p:nvPr/>
              </p:nvGrpSpPr>
              <p:grpSpPr>
                <a:xfrm>
                  <a:off x="2096570" y="-863491"/>
                  <a:ext cx="717621" cy="717392"/>
                  <a:chOff x="1483457" y="3953671"/>
                  <a:chExt cx="717621" cy="717392"/>
                </a:xfrm>
              </p:grpSpPr>
              <p:sp>
                <p:nvSpPr>
                  <p:cNvPr id="631" name="Google Shape;631;p2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6" name="Google Shape;636;p27"/>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27"/>
              <p:cNvGrpSpPr/>
              <p:nvPr/>
            </p:nvGrpSpPr>
            <p:grpSpPr>
              <a:xfrm>
                <a:off x="530445" y="481913"/>
                <a:ext cx="473483" cy="453403"/>
                <a:chOff x="2038491" y="-937756"/>
                <a:chExt cx="904284" cy="865933"/>
              </a:xfrm>
            </p:grpSpPr>
            <p:grpSp>
              <p:nvGrpSpPr>
                <p:cNvPr id="638" name="Google Shape;638;p27"/>
                <p:cNvGrpSpPr/>
                <p:nvPr/>
              </p:nvGrpSpPr>
              <p:grpSpPr>
                <a:xfrm>
                  <a:off x="2096570" y="-863491"/>
                  <a:ext cx="717621" cy="717392"/>
                  <a:chOff x="1483457" y="3953671"/>
                  <a:chExt cx="717621" cy="717392"/>
                </a:xfrm>
              </p:grpSpPr>
              <p:sp>
                <p:nvSpPr>
                  <p:cNvPr id="639" name="Google Shape;639;p2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4" name="Google Shape;644;p27"/>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27"/>
              <p:cNvGrpSpPr/>
              <p:nvPr/>
            </p:nvGrpSpPr>
            <p:grpSpPr>
              <a:xfrm>
                <a:off x="874020" y="312788"/>
                <a:ext cx="473483" cy="453403"/>
                <a:chOff x="2038491" y="-937756"/>
                <a:chExt cx="904284" cy="865933"/>
              </a:xfrm>
            </p:grpSpPr>
            <p:grpSp>
              <p:nvGrpSpPr>
                <p:cNvPr id="646" name="Google Shape;646;p27"/>
                <p:cNvGrpSpPr/>
                <p:nvPr/>
              </p:nvGrpSpPr>
              <p:grpSpPr>
                <a:xfrm>
                  <a:off x="2096570" y="-863491"/>
                  <a:ext cx="717621" cy="717392"/>
                  <a:chOff x="1483457" y="3953671"/>
                  <a:chExt cx="717621" cy="717392"/>
                </a:xfrm>
              </p:grpSpPr>
              <p:sp>
                <p:nvSpPr>
                  <p:cNvPr id="647" name="Google Shape;647;p27"/>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7"/>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7"/>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7"/>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7"/>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2" name="Google Shape;652;p27"/>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3" name="Google Shape;653;p27"/>
            <p:cNvGrpSpPr/>
            <p:nvPr/>
          </p:nvGrpSpPr>
          <p:grpSpPr>
            <a:xfrm rot="-3320950" flipH="1">
              <a:off x="-1885521" y="3185658"/>
              <a:ext cx="4889863" cy="3931229"/>
              <a:chOff x="7103825" y="-713112"/>
              <a:chExt cx="3785226" cy="3043150"/>
            </a:xfrm>
          </p:grpSpPr>
          <p:sp>
            <p:nvSpPr>
              <p:cNvPr id="654" name="Google Shape;654;p27"/>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55" name="Google Shape;655;p27"/>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656" name="Google Shape;656;p27"/>
            <p:cNvSpPr/>
            <p:nvPr/>
          </p:nvSpPr>
          <p:spPr>
            <a:xfrm rot="-2700000" flipH="1">
              <a:off x="249333" y="3270782"/>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 name="Google Shape;657;p27"/>
            <p:cNvGrpSpPr/>
            <p:nvPr/>
          </p:nvGrpSpPr>
          <p:grpSpPr>
            <a:xfrm rot="5400000">
              <a:off x="1987130" y="4230949"/>
              <a:ext cx="88142" cy="1137387"/>
              <a:chOff x="3054755" y="4367024"/>
              <a:chExt cx="88142" cy="1137387"/>
            </a:xfrm>
          </p:grpSpPr>
          <p:sp>
            <p:nvSpPr>
              <p:cNvPr id="658" name="Google Shape;658;p27"/>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7"/>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660"/>
        <p:cNvGrpSpPr/>
        <p:nvPr/>
      </p:nvGrpSpPr>
      <p:grpSpPr>
        <a:xfrm>
          <a:off x="0" y="0"/>
          <a:ext cx="0" cy="0"/>
          <a:chOff x="0" y="0"/>
          <a:chExt cx="0" cy="0"/>
        </a:xfrm>
      </p:grpSpPr>
      <p:sp>
        <p:nvSpPr>
          <p:cNvPr id="661" name="Google Shape;661;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grpSp>
        <p:nvGrpSpPr>
          <p:cNvPr id="662" name="Google Shape;662;p28"/>
          <p:cNvGrpSpPr/>
          <p:nvPr/>
        </p:nvGrpSpPr>
        <p:grpSpPr>
          <a:xfrm>
            <a:off x="7810267" y="-622132"/>
            <a:ext cx="2587792" cy="2725916"/>
            <a:chOff x="7810267" y="-622132"/>
            <a:chExt cx="2587792" cy="2725916"/>
          </a:xfrm>
        </p:grpSpPr>
        <p:grpSp>
          <p:nvGrpSpPr>
            <p:cNvPr id="663" name="Google Shape;663;p28"/>
            <p:cNvGrpSpPr/>
            <p:nvPr/>
          </p:nvGrpSpPr>
          <p:grpSpPr>
            <a:xfrm>
              <a:off x="8520988" y="-90875"/>
              <a:ext cx="904666" cy="726121"/>
              <a:chOff x="7945225" y="4302000"/>
              <a:chExt cx="904666" cy="726121"/>
            </a:xfrm>
          </p:grpSpPr>
          <p:sp>
            <p:nvSpPr>
              <p:cNvPr id="664" name="Google Shape;664;p2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7" name="Google Shape;667;p28"/>
            <p:cNvGrpSpPr/>
            <p:nvPr/>
          </p:nvGrpSpPr>
          <p:grpSpPr>
            <a:xfrm>
              <a:off x="8869019" y="-622132"/>
              <a:ext cx="325154" cy="1788670"/>
              <a:chOff x="8869019" y="-622132"/>
              <a:chExt cx="325154" cy="1788670"/>
            </a:xfrm>
          </p:grpSpPr>
          <p:sp>
            <p:nvSpPr>
              <p:cNvPr id="668" name="Google Shape;668;p28"/>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9" name="Google Shape;669;p28"/>
              <p:cNvGrpSpPr/>
              <p:nvPr/>
            </p:nvGrpSpPr>
            <p:grpSpPr>
              <a:xfrm rot="1800062">
                <a:off x="9035610" y="1007995"/>
                <a:ext cx="134040" cy="134009"/>
                <a:chOff x="1101075" y="2142375"/>
                <a:chExt cx="439200" cy="439100"/>
              </a:xfrm>
            </p:grpSpPr>
            <p:sp>
              <p:nvSpPr>
                <p:cNvPr id="670" name="Google Shape;670;p2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72" name="Google Shape;672;p28"/>
            <p:cNvSpPr/>
            <p:nvPr/>
          </p:nvSpPr>
          <p:spPr>
            <a:xfrm rot="2700000">
              <a:off x="8482428" y="-42254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8"/>
            <p:cNvSpPr/>
            <p:nvPr/>
          </p:nvSpPr>
          <p:spPr>
            <a:xfrm rot="2700000">
              <a:off x="8744103" y="-21319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4" name="Google Shape;674;p28"/>
          <p:cNvGrpSpPr/>
          <p:nvPr/>
        </p:nvGrpSpPr>
        <p:grpSpPr>
          <a:xfrm>
            <a:off x="8332551" y="-7"/>
            <a:ext cx="2386151" cy="3293873"/>
            <a:chOff x="8256351" y="-7"/>
            <a:chExt cx="2386151" cy="3293873"/>
          </a:xfrm>
        </p:grpSpPr>
        <p:pic>
          <p:nvPicPr>
            <p:cNvPr id="675" name="Google Shape;675;p28"/>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676" name="Google Shape;676;p28"/>
            <p:cNvGrpSpPr/>
            <p:nvPr/>
          </p:nvGrpSpPr>
          <p:grpSpPr>
            <a:xfrm rot="10800000">
              <a:off x="8452444" y="-7"/>
              <a:ext cx="325154" cy="1788670"/>
              <a:chOff x="8869019" y="-622132"/>
              <a:chExt cx="325154" cy="1788670"/>
            </a:xfrm>
          </p:grpSpPr>
          <p:sp>
            <p:nvSpPr>
              <p:cNvPr id="677" name="Google Shape;677;p28"/>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8" name="Google Shape;678;p28"/>
              <p:cNvGrpSpPr/>
              <p:nvPr/>
            </p:nvGrpSpPr>
            <p:grpSpPr>
              <a:xfrm rot="1800062">
                <a:off x="9035610" y="1007995"/>
                <a:ext cx="134040" cy="134009"/>
                <a:chOff x="1101075" y="2142375"/>
                <a:chExt cx="439200" cy="439100"/>
              </a:xfrm>
            </p:grpSpPr>
            <p:sp>
              <p:nvSpPr>
                <p:cNvPr id="679" name="Google Shape;679;p2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81" name="Google Shape;681;p28"/>
          <p:cNvGrpSpPr/>
          <p:nvPr/>
        </p:nvGrpSpPr>
        <p:grpSpPr>
          <a:xfrm>
            <a:off x="-213525" y="171225"/>
            <a:ext cx="439200" cy="439100"/>
            <a:chOff x="1101075" y="2142375"/>
            <a:chExt cx="439200" cy="439100"/>
          </a:xfrm>
        </p:grpSpPr>
        <p:sp>
          <p:nvSpPr>
            <p:cNvPr id="682" name="Google Shape;682;p2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 name="Google Shape;684;p28"/>
          <p:cNvGrpSpPr/>
          <p:nvPr/>
        </p:nvGrpSpPr>
        <p:grpSpPr>
          <a:xfrm>
            <a:off x="-1262974" y="3161328"/>
            <a:ext cx="4822591" cy="2934500"/>
            <a:chOff x="-1186774" y="3161328"/>
            <a:chExt cx="4822591" cy="2934500"/>
          </a:xfrm>
        </p:grpSpPr>
        <p:pic>
          <p:nvPicPr>
            <p:cNvPr id="685" name="Google Shape;685;p28"/>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686" name="Google Shape;686;p28"/>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7" name="Google Shape;687;p28"/>
            <p:cNvGrpSpPr/>
            <p:nvPr/>
          </p:nvGrpSpPr>
          <p:grpSpPr>
            <a:xfrm>
              <a:off x="58899" y="4608583"/>
              <a:ext cx="604346" cy="657081"/>
              <a:chOff x="58899" y="4608583"/>
              <a:chExt cx="604346" cy="657081"/>
            </a:xfrm>
          </p:grpSpPr>
          <p:grpSp>
            <p:nvGrpSpPr>
              <p:cNvPr id="688" name="Google Shape;688;p28"/>
              <p:cNvGrpSpPr/>
              <p:nvPr/>
            </p:nvGrpSpPr>
            <p:grpSpPr>
              <a:xfrm rot="10800000">
                <a:off x="58899" y="4608583"/>
                <a:ext cx="328346" cy="328531"/>
                <a:chOff x="3678700" y="407275"/>
                <a:chExt cx="708100" cy="708500"/>
              </a:xfrm>
            </p:grpSpPr>
            <p:sp>
              <p:nvSpPr>
                <p:cNvPr id="689" name="Google Shape;689;p2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28"/>
              <p:cNvGrpSpPr/>
              <p:nvPr/>
            </p:nvGrpSpPr>
            <p:grpSpPr>
              <a:xfrm rot="10800000">
                <a:off x="334899" y="4608583"/>
                <a:ext cx="328346" cy="328531"/>
                <a:chOff x="3678700" y="407275"/>
                <a:chExt cx="708100" cy="708500"/>
              </a:xfrm>
            </p:grpSpPr>
            <p:sp>
              <p:nvSpPr>
                <p:cNvPr id="697" name="Google Shape;697;p2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 name="Google Shape;704;p28"/>
              <p:cNvGrpSpPr/>
              <p:nvPr/>
            </p:nvGrpSpPr>
            <p:grpSpPr>
              <a:xfrm rot="10800000">
                <a:off x="282574" y="4937133"/>
                <a:ext cx="328346" cy="328531"/>
                <a:chOff x="3678700" y="407275"/>
                <a:chExt cx="708100" cy="708500"/>
              </a:xfrm>
            </p:grpSpPr>
            <p:sp>
              <p:nvSpPr>
                <p:cNvPr id="705" name="Google Shape;705;p2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2" name="Google Shape;712;p28"/>
            <p:cNvGrpSpPr/>
            <p:nvPr/>
          </p:nvGrpSpPr>
          <p:grpSpPr>
            <a:xfrm>
              <a:off x="-923150" y="4796551"/>
              <a:ext cx="4558967" cy="134100"/>
              <a:chOff x="796100" y="3019701"/>
              <a:chExt cx="4558967" cy="134100"/>
            </a:xfrm>
          </p:grpSpPr>
          <p:sp>
            <p:nvSpPr>
              <p:cNvPr id="713" name="Google Shape;713;p2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4" name="Google Shape;714;p2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715" name="Google Shape;715;p2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716"/>
        <p:cNvGrpSpPr/>
        <p:nvPr/>
      </p:nvGrpSpPr>
      <p:grpSpPr>
        <a:xfrm>
          <a:off x="0" y="0"/>
          <a:ext cx="0" cy="0"/>
          <a:chOff x="0" y="0"/>
          <a:chExt cx="0" cy="0"/>
        </a:xfrm>
      </p:grpSpPr>
      <p:sp>
        <p:nvSpPr>
          <p:cNvPr id="717" name="Google Shape;717;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grpSp>
        <p:nvGrpSpPr>
          <p:cNvPr id="718" name="Google Shape;718;p29"/>
          <p:cNvGrpSpPr/>
          <p:nvPr/>
        </p:nvGrpSpPr>
        <p:grpSpPr>
          <a:xfrm>
            <a:off x="-2176650" y="-112745"/>
            <a:ext cx="4680670" cy="5935195"/>
            <a:chOff x="-2176650" y="-112745"/>
            <a:chExt cx="4680670" cy="5935195"/>
          </a:xfrm>
        </p:grpSpPr>
        <p:grpSp>
          <p:nvGrpSpPr>
            <p:cNvPr id="719" name="Google Shape;719;p29"/>
            <p:cNvGrpSpPr/>
            <p:nvPr/>
          </p:nvGrpSpPr>
          <p:grpSpPr>
            <a:xfrm>
              <a:off x="-2176650" y="-112745"/>
              <a:ext cx="4680670" cy="5935195"/>
              <a:chOff x="-2176650" y="-112745"/>
              <a:chExt cx="4680670" cy="5935195"/>
            </a:xfrm>
          </p:grpSpPr>
          <p:sp>
            <p:nvSpPr>
              <p:cNvPr id="720" name="Google Shape;720;p29"/>
              <p:cNvSpPr/>
              <p:nvPr/>
            </p:nvSpPr>
            <p:spPr>
              <a:xfrm rot="-2700000">
                <a:off x="-1523974" y="21782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1" name="Google Shape;721;p29"/>
              <p:cNvGrpSpPr/>
              <p:nvPr/>
            </p:nvGrpSpPr>
            <p:grpSpPr>
              <a:xfrm rot="-2700000">
                <a:off x="10491" y="4440580"/>
                <a:ext cx="582044" cy="582419"/>
                <a:chOff x="959750" y="3039275"/>
                <a:chExt cx="582050" cy="582425"/>
              </a:xfrm>
            </p:grpSpPr>
            <p:sp>
              <p:nvSpPr>
                <p:cNvPr id="722" name="Google Shape;722;p2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 name="Google Shape;729;p29"/>
              <p:cNvGrpSpPr/>
              <p:nvPr/>
            </p:nvGrpSpPr>
            <p:grpSpPr>
              <a:xfrm rot="-2700000">
                <a:off x="-183259" y="2704590"/>
                <a:ext cx="582044" cy="582419"/>
                <a:chOff x="959750" y="3039275"/>
                <a:chExt cx="582050" cy="582425"/>
              </a:xfrm>
            </p:grpSpPr>
            <p:sp>
              <p:nvSpPr>
                <p:cNvPr id="730" name="Google Shape;730;p2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7" name="Google Shape;737;p29"/>
              <p:cNvSpPr/>
              <p:nvPr/>
            </p:nvSpPr>
            <p:spPr>
              <a:xfrm rot="2700000" flipH="1">
                <a:off x="-1073899" y="4736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 name="Google Shape;738;p29"/>
            <p:cNvGrpSpPr/>
            <p:nvPr/>
          </p:nvGrpSpPr>
          <p:grpSpPr>
            <a:xfrm>
              <a:off x="-234425" y="3727550"/>
              <a:ext cx="439200" cy="439100"/>
              <a:chOff x="1101075" y="2142375"/>
              <a:chExt cx="439200" cy="439100"/>
            </a:xfrm>
          </p:grpSpPr>
          <p:sp>
            <p:nvSpPr>
              <p:cNvPr id="739" name="Google Shape;739;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29"/>
            <p:cNvGrpSpPr/>
            <p:nvPr/>
          </p:nvGrpSpPr>
          <p:grpSpPr>
            <a:xfrm rot="10800000">
              <a:off x="713225" y="4931225"/>
              <a:ext cx="439200" cy="439100"/>
              <a:chOff x="1101075" y="2142375"/>
              <a:chExt cx="439200" cy="439100"/>
            </a:xfrm>
          </p:grpSpPr>
          <p:sp>
            <p:nvSpPr>
              <p:cNvPr id="742" name="Google Shape;742;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4" name="Google Shape;744;p29"/>
          <p:cNvGrpSpPr/>
          <p:nvPr/>
        </p:nvGrpSpPr>
        <p:grpSpPr>
          <a:xfrm>
            <a:off x="6642300" y="-415701"/>
            <a:ext cx="4558967" cy="1887075"/>
            <a:chOff x="6566100" y="-415701"/>
            <a:chExt cx="4558967" cy="1887075"/>
          </a:xfrm>
        </p:grpSpPr>
        <p:pic>
          <p:nvPicPr>
            <p:cNvPr id="745" name="Google Shape;745;p29"/>
            <p:cNvPicPr preferRelativeResize="0"/>
            <p:nvPr/>
          </p:nvPicPr>
          <p:blipFill rotWithShape="1">
            <a:blip r:embed="rId2">
              <a:alphaModFix/>
            </a:blip>
            <a:srcRect l="16960" t="24718" r="7121" b="26177"/>
            <a:stretch/>
          </p:blipFill>
          <p:spPr>
            <a:xfrm>
              <a:off x="8278550" y="-392375"/>
              <a:ext cx="2441950" cy="1863749"/>
            </a:xfrm>
            <a:prstGeom prst="rect">
              <a:avLst/>
            </a:prstGeom>
            <a:noFill/>
            <a:ln>
              <a:noFill/>
            </a:ln>
          </p:spPr>
        </p:pic>
        <p:grpSp>
          <p:nvGrpSpPr>
            <p:cNvPr id="746" name="Google Shape;746;p29"/>
            <p:cNvGrpSpPr/>
            <p:nvPr/>
          </p:nvGrpSpPr>
          <p:grpSpPr>
            <a:xfrm rot="5400000">
              <a:off x="7714062" y="-991384"/>
              <a:ext cx="1433417" cy="2584783"/>
              <a:chOff x="-363163" y="-645596"/>
              <a:chExt cx="1433417" cy="2584783"/>
            </a:xfrm>
          </p:grpSpPr>
          <p:grpSp>
            <p:nvGrpSpPr>
              <p:cNvPr id="747" name="Google Shape;747;p29"/>
              <p:cNvGrpSpPr/>
              <p:nvPr/>
            </p:nvGrpSpPr>
            <p:grpSpPr>
              <a:xfrm rot="10800000">
                <a:off x="-64595" y="-645596"/>
                <a:ext cx="1134849" cy="2370191"/>
                <a:chOff x="-575575" y="3685599"/>
                <a:chExt cx="1421048" cy="2967932"/>
              </a:xfrm>
            </p:grpSpPr>
            <p:sp>
              <p:nvSpPr>
                <p:cNvPr id="748" name="Google Shape;748;p29"/>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9"/>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0" name="Google Shape;750;p29"/>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9"/>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2" name="Google Shape;752;p29"/>
              <p:cNvGrpSpPr/>
              <p:nvPr/>
            </p:nvGrpSpPr>
            <p:grpSpPr>
              <a:xfrm rot="-2700000" flipH="1">
                <a:off x="-216370" y="1084101"/>
                <a:ext cx="708093" cy="708493"/>
                <a:chOff x="3678700" y="407275"/>
                <a:chExt cx="708100" cy="708500"/>
              </a:xfrm>
            </p:grpSpPr>
            <p:sp>
              <p:nvSpPr>
                <p:cNvPr id="753" name="Google Shape;753;p2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0" name="Google Shape;760;p29"/>
            <p:cNvGrpSpPr/>
            <p:nvPr/>
          </p:nvGrpSpPr>
          <p:grpSpPr>
            <a:xfrm rot="10800000">
              <a:off x="6566100" y="233963"/>
              <a:ext cx="4558967" cy="134100"/>
              <a:chOff x="796100" y="3019701"/>
              <a:chExt cx="4558967" cy="134100"/>
            </a:xfrm>
          </p:grpSpPr>
          <p:sp>
            <p:nvSpPr>
              <p:cNvPr id="761" name="Google Shape;761;p2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62" name="Google Shape;762;p2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763" name="Google Shape;763;p2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4">
  <p:cSld name="CUSTOM_10_1_1_1">
    <p:spTree>
      <p:nvGrpSpPr>
        <p:cNvPr id="1" name="Shape 764"/>
        <p:cNvGrpSpPr/>
        <p:nvPr/>
      </p:nvGrpSpPr>
      <p:grpSpPr>
        <a:xfrm>
          <a:off x="0" y="0"/>
          <a:ext cx="0" cy="0"/>
          <a:chOff x="0" y="0"/>
          <a:chExt cx="0" cy="0"/>
        </a:xfrm>
      </p:grpSpPr>
      <p:grpSp>
        <p:nvGrpSpPr>
          <p:cNvPr id="765" name="Google Shape;765;p30"/>
          <p:cNvGrpSpPr/>
          <p:nvPr/>
        </p:nvGrpSpPr>
        <p:grpSpPr>
          <a:xfrm>
            <a:off x="5404975" y="2221118"/>
            <a:ext cx="4263000" cy="3617400"/>
            <a:chOff x="5328775" y="2221118"/>
            <a:chExt cx="4263000" cy="3617400"/>
          </a:xfrm>
        </p:grpSpPr>
        <p:sp>
          <p:nvSpPr>
            <p:cNvPr id="766" name="Google Shape;766;p30"/>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7" name="Google Shape;767;p30"/>
            <p:cNvGrpSpPr/>
            <p:nvPr/>
          </p:nvGrpSpPr>
          <p:grpSpPr>
            <a:xfrm>
              <a:off x="7218100" y="4855088"/>
              <a:ext cx="931125" cy="525763"/>
              <a:chOff x="7218100" y="4855088"/>
              <a:chExt cx="931125" cy="525763"/>
            </a:xfrm>
          </p:grpSpPr>
          <p:grpSp>
            <p:nvGrpSpPr>
              <p:cNvPr id="768" name="Google Shape;768;p30"/>
              <p:cNvGrpSpPr/>
              <p:nvPr/>
            </p:nvGrpSpPr>
            <p:grpSpPr>
              <a:xfrm>
                <a:off x="7710025" y="4941750"/>
                <a:ext cx="439200" cy="439100"/>
                <a:chOff x="1101075" y="2142375"/>
                <a:chExt cx="439200" cy="439100"/>
              </a:xfrm>
            </p:grpSpPr>
            <p:sp>
              <p:nvSpPr>
                <p:cNvPr id="769" name="Google Shape;769;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30"/>
              <p:cNvGrpSpPr/>
              <p:nvPr/>
            </p:nvGrpSpPr>
            <p:grpSpPr>
              <a:xfrm>
                <a:off x="7218100" y="4855088"/>
                <a:ext cx="439200" cy="439100"/>
                <a:chOff x="1101075" y="2142375"/>
                <a:chExt cx="439200" cy="439100"/>
              </a:xfrm>
            </p:grpSpPr>
            <p:sp>
              <p:nvSpPr>
                <p:cNvPr id="772" name="Google Shape;772;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774" name="Google Shape;774;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grpSp>
        <p:nvGrpSpPr>
          <p:cNvPr id="775" name="Google Shape;775;p30"/>
          <p:cNvGrpSpPr/>
          <p:nvPr/>
        </p:nvGrpSpPr>
        <p:grpSpPr>
          <a:xfrm>
            <a:off x="-2175000" y="3012192"/>
            <a:ext cx="3701086" cy="3345172"/>
            <a:chOff x="-1886500" y="2599117"/>
            <a:chExt cx="3701086" cy="3345172"/>
          </a:xfrm>
        </p:grpSpPr>
        <p:pic>
          <p:nvPicPr>
            <p:cNvPr id="776" name="Google Shape;776;p30"/>
            <p:cNvPicPr preferRelativeResize="0"/>
            <p:nvPr/>
          </p:nvPicPr>
          <p:blipFill rotWithShape="1">
            <a:blip r:embed="rId2">
              <a:alphaModFix/>
            </a:blip>
            <a:srcRect l="16960" t="24718" r="7121" b="26177"/>
            <a:stretch/>
          </p:blipFill>
          <p:spPr>
            <a:xfrm rot="10800000">
              <a:off x="-1886500" y="3119537"/>
              <a:ext cx="3701086" cy="2824751"/>
            </a:xfrm>
            <a:prstGeom prst="rect">
              <a:avLst/>
            </a:prstGeom>
            <a:noFill/>
            <a:ln>
              <a:noFill/>
            </a:ln>
          </p:spPr>
        </p:pic>
        <p:sp>
          <p:nvSpPr>
            <p:cNvPr id="777" name="Google Shape;777;p30"/>
            <p:cNvSpPr/>
            <p:nvPr/>
          </p:nvSpPr>
          <p:spPr>
            <a:xfrm rot="10800000">
              <a:off x="-402274" y="2599117"/>
              <a:ext cx="1201697" cy="2824744"/>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0"/>
            <p:cNvSpPr/>
            <p:nvPr/>
          </p:nvSpPr>
          <p:spPr>
            <a:xfrm rot="10800000">
              <a:off x="-207237" y="2599870"/>
              <a:ext cx="1201697" cy="2824744"/>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30"/>
            <p:cNvGrpSpPr/>
            <p:nvPr/>
          </p:nvGrpSpPr>
          <p:grpSpPr>
            <a:xfrm rot="10800000">
              <a:off x="-37979" y="5013439"/>
              <a:ext cx="134004" cy="134004"/>
              <a:chOff x="8356813" y="1074288"/>
              <a:chExt cx="351900" cy="351900"/>
            </a:xfrm>
          </p:grpSpPr>
          <p:sp>
            <p:nvSpPr>
              <p:cNvPr id="780" name="Google Shape;780;p3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30"/>
            <p:cNvGrpSpPr/>
            <p:nvPr/>
          </p:nvGrpSpPr>
          <p:grpSpPr>
            <a:xfrm rot="10800000">
              <a:off x="447446" y="4173589"/>
              <a:ext cx="134004" cy="134004"/>
              <a:chOff x="8356813" y="1074288"/>
              <a:chExt cx="351900" cy="351900"/>
            </a:xfrm>
          </p:grpSpPr>
          <p:sp>
            <p:nvSpPr>
              <p:cNvPr id="783" name="Google Shape;783;p3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30"/>
            <p:cNvGrpSpPr/>
            <p:nvPr/>
          </p:nvGrpSpPr>
          <p:grpSpPr>
            <a:xfrm rot="10800000">
              <a:off x="539621" y="2985514"/>
              <a:ext cx="134004" cy="134004"/>
              <a:chOff x="8356813" y="1074288"/>
              <a:chExt cx="351900" cy="351900"/>
            </a:xfrm>
          </p:grpSpPr>
          <p:sp>
            <p:nvSpPr>
              <p:cNvPr id="786" name="Google Shape;786;p3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88" name="Google Shape;788;p30"/>
          <p:cNvGrpSpPr/>
          <p:nvPr/>
        </p:nvGrpSpPr>
        <p:grpSpPr>
          <a:xfrm>
            <a:off x="5928900" y="-249669"/>
            <a:ext cx="5688165" cy="3493826"/>
            <a:chOff x="5852700" y="-249669"/>
            <a:chExt cx="5688165" cy="3493826"/>
          </a:xfrm>
        </p:grpSpPr>
        <p:grpSp>
          <p:nvGrpSpPr>
            <p:cNvPr id="789" name="Google Shape;789;p30"/>
            <p:cNvGrpSpPr/>
            <p:nvPr/>
          </p:nvGrpSpPr>
          <p:grpSpPr>
            <a:xfrm>
              <a:off x="8783705" y="1899359"/>
              <a:ext cx="402160" cy="1344798"/>
              <a:chOff x="8668555" y="1976884"/>
              <a:chExt cx="402160" cy="1344798"/>
            </a:xfrm>
          </p:grpSpPr>
          <p:sp>
            <p:nvSpPr>
              <p:cNvPr id="790" name="Google Shape;790;p30"/>
              <p:cNvSpPr/>
              <p:nvPr/>
            </p:nvSpPr>
            <p:spPr>
              <a:xfrm flipH="1">
                <a:off x="8823846" y="2094964"/>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0"/>
              <p:cNvSpPr/>
              <p:nvPr/>
            </p:nvSpPr>
            <p:spPr>
              <a:xfrm flipH="1">
                <a:off x="8668555" y="19768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30"/>
            <p:cNvGrpSpPr/>
            <p:nvPr/>
          </p:nvGrpSpPr>
          <p:grpSpPr>
            <a:xfrm>
              <a:off x="8598675" y="1421188"/>
              <a:ext cx="904666" cy="726121"/>
              <a:chOff x="7945225" y="4302000"/>
              <a:chExt cx="904666" cy="726121"/>
            </a:xfrm>
          </p:grpSpPr>
          <p:sp>
            <p:nvSpPr>
              <p:cNvPr id="793" name="Google Shape;793;p3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30"/>
            <p:cNvGrpSpPr/>
            <p:nvPr/>
          </p:nvGrpSpPr>
          <p:grpSpPr>
            <a:xfrm rot="10800000" flipH="1">
              <a:off x="7579756" y="-249669"/>
              <a:ext cx="2601921" cy="2438355"/>
              <a:chOff x="7340128" y="2866613"/>
              <a:chExt cx="2439225" cy="2438355"/>
            </a:xfrm>
          </p:grpSpPr>
          <p:sp>
            <p:nvSpPr>
              <p:cNvPr id="797" name="Google Shape;797;p30"/>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0"/>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9" name="Google Shape;799;p30"/>
            <p:cNvSpPr/>
            <p:nvPr/>
          </p:nvSpPr>
          <p:spPr>
            <a:xfrm rot="5400000" flipH="1">
              <a:off x="6551329"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0" name="Google Shape;800;p30"/>
            <p:cNvGrpSpPr/>
            <p:nvPr/>
          </p:nvGrpSpPr>
          <p:grpSpPr>
            <a:xfrm>
              <a:off x="6917701" y="246011"/>
              <a:ext cx="4623164" cy="134100"/>
              <a:chOff x="6917701" y="246011"/>
              <a:chExt cx="4623164" cy="134100"/>
            </a:xfrm>
          </p:grpSpPr>
          <p:sp>
            <p:nvSpPr>
              <p:cNvPr id="801" name="Google Shape;801;p30"/>
              <p:cNvSpPr/>
              <p:nvPr/>
            </p:nvSpPr>
            <p:spPr>
              <a:xfrm flipH="1">
                <a:off x="6917701" y="24601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0"/>
              <p:cNvSpPr/>
              <p:nvPr/>
            </p:nvSpPr>
            <p:spPr>
              <a:xfrm flipH="1">
                <a:off x="6947889" y="27615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3" name="Google Shape;803;p30"/>
              <p:cNvCxnSpPr/>
              <p:nvPr/>
            </p:nvCxnSpPr>
            <p:spPr>
              <a:xfrm rot="10800000">
                <a:off x="7013865" y="313050"/>
                <a:ext cx="4527000" cy="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804"/>
        <p:cNvGrpSpPr/>
        <p:nvPr/>
      </p:nvGrpSpPr>
      <p:grpSpPr>
        <a:xfrm>
          <a:off x="0" y="0"/>
          <a:ext cx="0" cy="0"/>
          <a:chOff x="0" y="0"/>
          <a:chExt cx="0" cy="0"/>
        </a:xfrm>
      </p:grpSpPr>
      <p:sp>
        <p:nvSpPr>
          <p:cNvPr id="805" name="Google Shape;805;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806" name="Google Shape;806;p31"/>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7" name="Google Shape;807;p31"/>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808" name="Google Shape;808;p31"/>
          <p:cNvGrpSpPr/>
          <p:nvPr/>
        </p:nvGrpSpPr>
        <p:grpSpPr>
          <a:xfrm>
            <a:off x="-96329" y="4888563"/>
            <a:ext cx="1590408" cy="88125"/>
            <a:chOff x="124624" y="4953514"/>
            <a:chExt cx="1137387" cy="88142"/>
          </a:xfrm>
        </p:grpSpPr>
        <p:sp>
          <p:nvSpPr>
            <p:cNvPr id="809" name="Google Shape;809;p31"/>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1"/>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31"/>
          <p:cNvGrpSpPr/>
          <p:nvPr/>
        </p:nvGrpSpPr>
        <p:grpSpPr>
          <a:xfrm>
            <a:off x="6883700" y="1385725"/>
            <a:ext cx="4028179" cy="5283555"/>
            <a:chOff x="6883700" y="1385725"/>
            <a:chExt cx="4028179" cy="5283555"/>
          </a:xfrm>
        </p:grpSpPr>
        <p:sp>
          <p:nvSpPr>
            <p:cNvPr id="812" name="Google Shape;812;p31"/>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1"/>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1"/>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1"/>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31"/>
          <p:cNvGrpSpPr/>
          <p:nvPr/>
        </p:nvGrpSpPr>
        <p:grpSpPr>
          <a:xfrm>
            <a:off x="4598006" y="-1699037"/>
            <a:ext cx="5579794" cy="3203424"/>
            <a:chOff x="4521806" y="-1546637"/>
            <a:chExt cx="5579794" cy="3203424"/>
          </a:xfrm>
        </p:grpSpPr>
        <p:grpSp>
          <p:nvGrpSpPr>
            <p:cNvPr id="817" name="Google Shape;817;p31"/>
            <p:cNvGrpSpPr/>
            <p:nvPr/>
          </p:nvGrpSpPr>
          <p:grpSpPr>
            <a:xfrm>
              <a:off x="4619858" y="-154439"/>
              <a:ext cx="916824" cy="700199"/>
              <a:chOff x="4619858" y="-154439"/>
              <a:chExt cx="916824" cy="700199"/>
            </a:xfrm>
          </p:grpSpPr>
          <p:sp>
            <p:nvSpPr>
              <p:cNvPr id="818" name="Google Shape;818;p31"/>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1"/>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1"/>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21" name="Google Shape;821;p31"/>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822" name="Google Shape;822;p31"/>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1"/>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4" name="Google Shape;824;p31"/>
            <p:cNvGrpSpPr/>
            <p:nvPr/>
          </p:nvGrpSpPr>
          <p:grpSpPr>
            <a:xfrm rot="10800000">
              <a:off x="8323180" y="210225"/>
              <a:ext cx="1493503" cy="88125"/>
              <a:chOff x="124624" y="4953514"/>
              <a:chExt cx="1137387" cy="88142"/>
            </a:xfrm>
          </p:grpSpPr>
          <p:sp>
            <p:nvSpPr>
              <p:cNvPr id="825" name="Google Shape;825;p31"/>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1"/>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 name="Google Shape;827;p31"/>
            <p:cNvGrpSpPr/>
            <p:nvPr/>
          </p:nvGrpSpPr>
          <p:grpSpPr>
            <a:xfrm>
              <a:off x="4619231" y="-32636"/>
              <a:ext cx="254987" cy="255131"/>
              <a:chOff x="3678700" y="407275"/>
              <a:chExt cx="708100" cy="708500"/>
            </a:xfrm>
          </p:grpSpPr>
          <p:sp>
            <p:nvSpPr>
              <p:cNvPr id="828" name="Google Shape;828;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 name="Google Shape;835;p31"/>
            <p:cNvGrpSpPr/>
            <p:nvPr/>
          </p:nvGrpSpPr>
          <p:grpSpPr>
            <a:xfrm>
              <a:off x="4521806" y="126714"/>
              <a:ext cx="254987" cy="255131"/>
              <a:chOff x="3678700" y="407275"/>
              <a:chExt cx="708100" cy="708500"/>
            </a:xfrm>
          </p:grpSpPr>
          <p:sp>
            <p:nvSpPr>
              <p:cNvPr id="836" name="Google Shape;836;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843"/>
        <p:cNvGrpSpPr/>
        <p:nvPr/>
      </p:nvGrpSpPr>
      <p:grpSpPr>
        <a:xfrm>
          <a:off x="0" y="0"/>
          <a:ext cx="0" cy="0"/>
          <a:chOff x="0" y="0"/>
          <a:chExt cx="0" cy="0"/>
        </a:xfrm>
      </p:grpSpPr>
      <p:sp>
        <p:nvSpPr>
          <p:cNvPr id="844" name="Google Shape;844;p32"/>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45" name="Google Shape;845;p32"/>
          <p:cNvSpPr txBox="1">
            <a:spLocks noGrp="1"/>
          </p:cNvSpPr>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846" name="Google Shape;846;p32"/>
          <p:cNvGrpSpPr/>
          <p:nvPr/>
        </p:nvGrpSpPr>
        <p:grpSpPr>
          <a:xfrm>
            <a:off x="-1623735" y="2499757"/>
            <a:ext cx="5119205" cy="4373890"/>
            <a:chOff x="-1547535" y="2499757"/>
            <a:chExt cx="5119205" cy="4373890"/>
          </a:xfrm>
        </p:grpSpPr>
        <p:pic>
          <p:nvPicPr>
            <p:cNvPr id="847" name="Google Shape;847;p32"/>
            <p:cNvPicPr preferRelativeResize="0"/>
            <p:nvPr/>
          </p:nvPicPr>
          <p:blipFill rotWithShape="1">
            <a:blip r:embed="rId2">
              <a:alphaModFix/>
            </a:blip>
            <a:srcRect l="16960" t="24718" r="7121" b="26177"/>
            <a:stretch/>
          </p:blipFill>
          <p:spPr>
            <a:xfrm rot="-5400000">
              <a:off x="-1751185" y="3417285"/>
              <a:ext cx="3920501" cy="2992224"/>
            </a:xfrm>
            <a:prstGeom prst="rect">
              <a:avLst/>
            </a:prstGeom>
            <a:noFill/>
            <a:ln>
              <a:noFill/>
            </a:ln>
          </p:spPr>
        </p:pic>
        <p:grpSp>
          <p:nvGrpSpPr>
            <p:cNvPr id="848" name="Google Shape;848;p32"/>
            <p:cNvGrpSpPr/>
            <p:nvPr/>
          </p:nvGrpSpPr>
          <p:grpSpPr>
            <a:xfrm rot="-5400000">
              <a:off x="123777" y="4587830"/>
              <a:ext cx="480890" cy="481200"/>
              <a:chOff x="959750" y="3039275"/>
              <a:chExt cx="582050" cy="582425"/>
            </a:xfrm>
          </p:grpSpPr>
          <p:sp>
            <p:nvSpPr>
              <p:cNvPr id="849" name="Google Shape;849;p3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 name="Google Shape;856;p32"/>
            <p:cNvGrpSpPr/>
            <p:nvPr/>
          </p:nvGrpSpPr>
          <p:grpSpPr>
            <a:xfrm rot="-5400000">
              <a:off x="-564590" y="2079321"/>
              <a:ext cx="3153315" cy="5119205"/>
              <a:chOff x="6643701" y="816087"/>
              <a:chExt cx="3153315" cy="5119205"/>
            </a:xfrm>
          </p:grpSpPr>
          <p:sp>
            <p:nvSpPr>
              <p:cNvPr id="857" name="Google Shape;857;p32"/>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8" name="Google Shape;858;p32"/>
              <p:cNvGrpSpPr/>
              <p:nvPr/>
            </p:nvGrpSpPr>
            <p:grpSpPr>
              <a:xfrm>
                <a:off x="8062611" y="3503222"/>
                <a:ext cx="134004" cy="134004"/>
                <a:chOff x="8356813" y="1074288"/>
                <a:chExt cx="351900" cy="351900"/>
              </a:xfrm>
            </p:grpSpPr>
            <p:sp>
              <p:nvSpPr>
                <p:cNvPr id="859" name="Google Shape;859;p32"/>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 name="Google Shape;861;p32"/>
              <p:cNvGrpSpPr/>
              <p:nvPr/>
            </p:nvGrpSpPr>
            <p:grpSpPr>
              <a:xfrm>
                <a:off x="7678536" y="3129397"/>
                <a:ext cx="134004" cy="134004"/>
                <a:chOff x="8356813" y="1074288"/>
                <a:chExt cx="351900" cy="351900"/>
              </a:xfrm>
            </p:grpSpPr>
            <p:sp>
              <p:nvSpPr>
                <p:cNvPr id="862" name="Google Shape;862;p32"/>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 name="Google Shape;864;p32"/>
              <p:cNvGrpSpPr/>
              <p:nvPr/>
            </p:nvGrpSpPr>
            <p:grpSpPr>
              <a:xfrm>
                <a:off x="8671986" y="2443197"/>
                <a:ext cx="134004" cy="134004"/>
                <a:chOff x="8356813" y="1074288"/>
                <a:chExt cx="351900" cy="351900"/>
              </a:xfrm>
            </p:grpSpPr>
            <p:sp>
              <p:nvSpPr>
                <p:cNvPr id="865" name="Google Shape;865;p32"/>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67" name="Google Shape;867;p32"/>
            <p:cNvSpPr/>
            <p:nvPr/>
          </p:nvSpPr>
          <p:spPr>
            <a:xfrm>
              <a:off x="-630272" y="2499757"/>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8" name="Google Shape;868;p32"/>
            <p:cNvGrpSpPr/>
            <p:nvPr/>
          </p:nvGrpSpPr>
          <p:grpSpPr>
            <a:xfrm rot="-5400000">
              <a:off x="99300" y="3411735"/>
              <a:ext cx="88151" cy="2151709"/>
              <a:chOff x="3054755" y="4367024"/>
              <a:chExt cx="88142" cy="1137387"/>
            </a:xfrm>
          </p:grpSpPr>
          <p:sp>
            <p:nvSpPr>
              <p:cNvPr id="869" name="Google Shape;869;p32"/>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2"/>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 name="Google Shape;871;p32"/>
            <p:cNvGrpSpPr/>
            <p:nvPr/>
          </p:nvGrpSpPr>
          <p:grpSpPr>
            <a:xfrm rot="-5400000">
              <a:off x="-28713" y="3651410"/>
              <a:ext cx="88151" cy="2151709"/>
              <a:chOff x="3054755" y="4367024"/>
              <a:chExt cx="88142" cy="1137387"/>
            </a:xfrm>
          </p:grpSpPr>
          <p:sp>
            <p:nvSpPr>
              <p:cNvPr id="872" name="Google Shape;872;p32"/>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2"/>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4" name="Google Shape;874;p32"/>
          <p:cNvGrpSpPr/>
          <p:nvPr/>
        </p:nvGrpSpPr>
        <p:grpSpPr>
          <a:xfrm rot="-5400000">
            <a:off x="7274810" y="-1067450"/>
            <a:ext cx="3920501" cy="3213899"/>
            <a:chOff x="6643710" y="2822113"/>
            <a:chExt cx="3920501" cy="3213899"/>
          </a:xfrm>
        </p:grpSpPr>
        <p:pic>
          <p:nvPicPr>
            <p:cNvPr id="875" name="Google Shape;875;p32"/>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sp>
          <p:nvSpPr>
            <p:cNvPr id="876" name="Google Shape;876;p32"/>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2"/>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2"/>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9" name="Google Shape;879;p32"/>
            <p:cNvGrpSpPr/>
            <p:nvPr/>
          </p:nvGrpSpPr>
          <p:grpSpPr>
            <a:xfrm>
              <a:off x="8671987" y="3471620"/>
              <a:ext cx="699928" cy="1651024"/>
              <a:chOff x="8337812" y="3492483"/>
              <a:chExt cx="699928" cy="1651024"/>
            </a:xfrm>
          </p:grpSpPr>
          <p:sp>
            <p:nvSpPr>
              <p:cNvPr id="880" name="Google Shape;880;p3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 name="Google Shape;883;p32"/>
            <p:cNvGrpSpPr/>
            <p:nvPr/>
          </p:nvGrpSpPr>
          <p:grpSpPr>
            <a:xfrm>
              <a:off x="8279400" y="4281138"/>
              <a:ext cx="904666" cy="726121"/>
              <a:chOff x="7945225" y="4302000"/>
              <a:chExt cx="904666" cy="726121"/>
            </a:xfrm>
          </p:grpSpPr>
          <p:sp>
            <p:nvSpPr>
              <p:cNvPr id="884" name="Google Shape;884;p3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887"/>
        <p:cNvGrpSpPr/>
        <p:nvPr/>
      </p:nvGrpSpPr>
      <p:grpSpPr>
        <a:xfrm>
          <a:off x="0" y="0"/>
          <a:ext cx="0" cy="0"/>
          <a:chOff x="0" y="0"/>
          <a:chExt cx="0" cy="0"/>
        </a:xfrm>
      </p:grpSpPr>
      <p:sp>
        <p:nvSpPr>
          <p:cNvPr id="888" name="Google Shape;888;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89" name="Google Shape;889;p33"/>
          <p:cNvSpPr txBox="1">
            <a:spLocks noGrp="1"/>
          </p:cNvSpPr>
          <p:nvPr>
            <p:ph type="body" idx="1"/>
          </p:nvPr>
        </p:nvSpPr>
        <p:spPr>
          <a:xfrm>
            <a:off x="720000" y="1139550"/>
            <a:ext cx="4528500" cy="697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AutoNum type="arabicPeriod"/>
              <a:defRPr/>
            </a:lvl1pPr>
            <a:lvl2pPr marL="914400" lvl="1" indent="-30480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marL="1371600" lvl="2" indent="-30480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marL="1828800" lvl="3" indent="-30480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marL="2286000" lvl="4" indent="-30480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marL="2743200" lvl="5" indent="-30480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marL="3200400" lvl="6" indent="-30480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marL="3657600" lvl="7" indent="-30480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marL="4114800" lvl="8" indent="-30480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a:endParaRPr/>
          </a:p>
        </p:txBody>
      </p:sp>
      <p:grpSp>
        <p:nvGrpSpPr>
          <p:cNvPr id="890" name="Google Shape;890;p33"/>
          <p:cNvGrpSpPr/>
          <p:nvPr/>
        </p:nvGrpSpPr>
        <p:grpSpPr>
          <a:xfrm>
            <a:off x="6846993" y="-1382193"/>
            <a:ext cx="4230595" cy="4230595"/>
            <a:chOff x="6597168" y="-1305993"/>
            <a:chExt cx="4230595" cy="4230595"/>
          </a:xfrm>
        </p:grpSpPr>
        <p:sp>
          <p:nvSpPr>
            <p:cNvPr id="891" name="Google Shape;891;p33"/>
            <p:cNvSpPr/>
            <p:nvPr/>
          </p:nvSpPr>
          <p:spPr>
            <a:xfrm rot="-8100000" flipH="1">
              <a:off x="7249845" y="-719557"/>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3"/>
            <p:cNvSpPr/>
            <p:nvPr/>
          </p:nvSpPr>
          <p:spPr>
            <a:xfrm>
              <a:off x="8355611" y="-2920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3"/>
            <p:cNvSpPr/>
            <p:nvPr/>
          </p:nvSpPr>
          <p:spPr>
            <a:xfrm>
              <a:off x="8608100" y="703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4" name="Google Shape;894;p33"/>
            <p:cNvGrpSpPr/>
            <p:nvPr/>
          </p:nvGrpSpPr>
          <p:grpSpPr>
            <a:xfrm>
              <a:off x="8449011" y="1244697"/>
              <a:ext cx="134100" cy="134100"/>
              <a:chOff x="-1999139" y="3143772"/>
              <a:chExt cx="134100" cy="134100"/>
            </a:xfrm>
          </p:grpSpPr>
          <p:sp>
            <p:nvSpPr>
              <p:cNvPr id="895" name="Google Shape;895;p33"/>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3"/>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897;p33"/>
            <p:cNvGrpSpPr/>
            <p:nvPr/>
          </p:nvGrpSpPr>
          <p:grpSpPr>
            <a:xfrm>
              <a:off x="8577286" y="2178484"/>
              <a:ext cx="134100" cy="134100"/>
              <a:chOff x="-1999139" y="3143772"/>
              <a:chExt cx="134100" cy="134100"/>
            </a:xfrm>
          </p:grpSpPr>
          <p:sp>
            <p:nvSpPr>
              <p:cNvPr id="898" name="Google Shape;898;p33"/>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3"/>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33"/>
            <p:cNvGrpSpPr/>
            <p:nvPr/>
          </p:nvGrpSpPr>
          <p:grpSpPr>
            <a:xfrm>
              <a:off x="8526386" y="311022"/>
              <a:ext cx="134004" cy="134004"/>
              <a:chOff x="8356813" y="1074288"/>
              <a:chExt cx="351900" cy="351900"/>
            </a:xfrm>
          </p:grpSpPr>
          <p:sp>
            <p:nvSpPr>
              <p:cNvPr id="901" name="Google Shape;901;p33"/>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03" name="Google Shape;903;p33"/>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904" name="Google Shape;904;p33"/>
          <p:cNvGrpSpPr/>
          <p:nvPr/>
        </p:nvGrpSpPr>
        <p:grpSpPr>
          <a:xfrm rot="5400000">
            <a:off x="-1981527" y="1924690"/>
            <a:ext cx="6191222" cy="6191222"/>
            <a:chOff x="-2825827" y="1271890"/>
            <a:chExt cx="6191222" cy="6191222"/>
          </a:xfrm>
        </p:grpSpPr>
        <p:pic>
          <p:nvPicPr>
            <p:cNvPr id="905" name="Google Shape;905;p33"/>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906" name="Google Shape;906;p33"/>
            <p:cNvGrpSpPr/>
            <p:nvPr/>
          </p:nvGrpSpPr>
          <p:grpSpPr>
            <a:xfrm>
              <a:off x="-2825827" y="1271890"/>
              <a:ext cx="6191222" cy="6191222"/>
              <a:chOff x="-2825827" y="1271890"/>
              <a:chExt cx="6191222" cy="6191222"/>
            </a:xfrm>
          </p:grpSpPr>
          <p:sp>
            <p:nvSpPr>
              <p:cNvPr id="907" name="Google Shape;907;p33"/>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3"/>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9" name="Google Shape;909;p33"/>
              <p:cNvGrpSpPr/>
              <p:nvPr/>
            </p:nvGrpSpPr>
            <p:grpSpPr>
              <a:xfrm rot="10800000">
                <a:off x="384881" y="3042905"/>
                <a:ext cx="134100" cy="134100"/>
                <a:chOff x="-1999139" y="3143772"/>
                <a:chExt cx="134100" cy="134100"/>
              </a:xfrm>
            </p:grpSpPr>
            <p:sp>
              <p:nvSpPr>
                <p:cNvPr id="910" name="Google Shape;910;p33"/>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3"/>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2" name="Google Shape;912;p33"/>
              <p:cNvGrpSpPr/>
              <p:nvPr/>
            </p:nvGrpSpPr>
            <p:grpSpPr>
              <a:xfrm rot="10800000">
                <a:off x="146106" y="3710980"/>
                <a:ext cx="134100" cy="134100"/>
                <a:chOff x="-1999139" y="3143772"/>
                <a:chExt cx="134100" cy="134100"/>
              </a:xfrm>
            </p:grpSpPr>
            <p:sp>
              <p:nvSpPr>
                <p:cNvPr id="913" name="Google Shape;913;p33"/>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3"/>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5" name="Google Shape;915;p33"/>
              <p:cNvGrpSpPr/>
              <p:nvPr/>
            </p:nvGrpSpPr>
            <p:grpSpPr>
              <a:xfrm>
                <a:off x="-102297" y="3780153"/>
                <a:ext cx="939901" cy="2449421"/>
                <a:chOff x="-102297" y="3780153"/>
                <a:chExt cx="939901" cy="2449421"/>
              </a:xfrm>
            </p:grpSpPr>
            <p:sp>
              <p:nvSpPr>
                <p:cNvPr id="916" name="Google Shape;916;p33"/>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3"/>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8" name="Google Shape;918;p33"/>
                <p:cNvGrpSpPr/>
                <p:nvPr/>
              </p:nvGrpSpPr>
              <p:grpSpPr>
                <a:xfrm rot="10800000">
                  <a:off x="532825" y="5492502"/>
                  <a:ext cx="134004" cy="134004"/>
                  <a:chOff x="8356813" y="1074288"/>
                  <a:chExt cx="351900" cy="351900"/>
                </a:xfrm>
              </p:grpSpPr>
              <p:sp>
                <p:nvSpPr>
                  <p:cNvPr id="919" name="Google Shape;919;p33"/>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921"/>
        <p:cNvGrpSpPr/>
        <p:nvPr/>
      </p:nvGrpSpPr>
      <p:grpSpPr>
        <a:xfrm>
          <a:off x="0" y="0"/>
          <a:ext cx="0" cy="0"/>
          <a:chOff x="0" y="0"/>
          <a:chExt cx="0" cy="0"/>
        </a:xfrm>
      </p:grpSpPr>
      <p:grpSp>
        <p:nvGrpSpPr>
          <p:cNvPr id="922" name="Google Shape;922;p34"/>
          <p:cNvGrpSpPr/>
          <p:nvPr/>
        </p:nvGrpSpPr>
        <p:grpSpPr>
          <a:xfrm>
            <a:off x="4582521" y="2433470"/>
            <a:ext cx="5022035" cy="4764449"/>
            <a:chOff x="4571996" y="2268220"/>
            <a:chExt cx="5022035" cy="4764449"/>
          </a:xfrm>
        </p:grpSpPr>
        <p:pic>
          <p:nvPicPr>
            <p:cNvPr id="923" name="Google Shape;923;p34"/>
            <p:cNvPicPr preferRelativeResize="0"/>
            <p:nvPr/>
          </p:nvPicPr>
          <p:blipFill rotWithShape="1">
            <a:blip r:embed="rId2">
              <a:alphaModFix/>
            </a:blip>
            <a:srcRect l="16960" t="24718" r="7121" b="26177"/>
            <a:stretch/>
          </p:blipFill>
          <p:spPr>
            <a:xfrm flipH="1">
              <a:off x="5978271" y="3376950"/>
              <a:ext cx="3615750" cy="2759625"/>
            </a:xfrm>
            <a:prstGeom prst="rect">
              <a:avLst/>
            </a:prstGeom>
            <a:noFill/>
            <a:ln>
              <a:noFill/>
            </a:ln>
          </p:spPr>
        </p:pic>
        <p:grpSp>
          <p:nvGrpSpPr>
            <p:cNvPr id="924" name="Google Shape;924;p34"/>
            <p:cNvGrpSpPr/>
            <p:nvPr/>
          </p:nvGrpSpPr>
          <p:grpSpPr>
            <a:xfrm rot="10800000">
              <a:off x="4571996" y="2268220"/>
              <a:ext cx="5022035" cy="4764449"/>
              <a:chOff x="-494406" y="-1584825"/>
              <a:chExt cx="4397193" cy="4171657"/>
            </a:xfrm>
          </p:grpSpPr>
          <p:grpSp>
            <p:nvGrpSpPr>
              <p:cNvPr id="925" name="Google Shape;925;p34"/>
              <p:cNvGrpSpPr/>
              <p:nvPr/>
            </p:nvGrpSpPr>
            <p:grpSpPr>
              <a:xfrm>
                <a:off x="245875" y="-51824"/>
                <a:ext cx="208200" cy="1824700"/>
                <a:chOff x="1040050" y="3812126"/>
                <a:chExt cx="208200" cy="1824700"/>
              </a:xfrm>
            </p:grpSpPr>
            <p:sp>
              <p:nvSpPr>
                <p:cNvPr id="926" name="Google Shape;926;p34"/>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4"/>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 name="Google Shape;928;p34"/>
              <p:cNvGrpSpPr/>
              <p:nvPr/>
            </p:nvGrpSpPr>
            <p:grpSpPr>
              <a:xfrm rot="-8100000">
                <a:off x="540898" y="-1172741"/>
                <a:ext cx="2552124" cy="3347490"/>
                <a:chOff x="2976325" y="908175"/>
                <a:chExt cx="4028179" cy="5283555"/>
              </a:xfrm>
            </p:grpSpPr>
            <p:sp>
              <p:nvSpPr>
                <p:cNvPr id="929" name="Google Shape;929;p34"/>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4"/>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4"/>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34"/>
              <p:cNvGrpSpPr/>
              <p:nvPr/>
            </p:nvGrpSpPr>
            <p:grpSpPr>
              <a:xfrm>
                <a:off x="-1" y="621223"/>
                <a:ext cx="699940" cy="478601"/>
                <a:chOff x="39722" y="4349021"/>
                <a:chExt cx="1061964" cy="726143"/>
              </a:xfrm>
            </p:grpSpPr>
            <p:grpSp>
              <p:nvGrpSpPr>
                <p:cNvPr id="933" name="Google Shape;933;p34"/>
                <p:cNvGrpSpPr/>
                <p:nvPr/>
              </p:nvGrpSpPr>
              <p:grpSpPr>
                <a:xfrm rot="2700000">
                  <a:off x="140502" y="4460924"/>
                  <a:ext cx="524584" cy="502337"/>
                  <a:chOff x="1189791" y="-1767331"/>
                  <a:chExt cx="904284" cy="865933"/>
                </a:xfrm>
              </p:grpSpPr>
              <p:sp>
                <p:nvSpPr>
                  <p:cNvPr id="934" name="Google Shape;934;p3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5" name="Google Shape;935;p34"/>
                  <p:cNvGrpSpPr/>
                  <p:nvPr/>
                </p:nvGrpSpPr>
                <p:grpSpPr>
                  <a:xfrm>
                    <a:off x="1232795" y="-1740829"/>
                    <a:ext cx="717621" cy="717392"/>
                    <a:chOff x="1483457" y="3953671"/>
                    <a:chExt cx="717621" cy="717392"/>
                  </a:xfrm>
                </p:grpSpPr>
                <p:sp>
                  <p:nvSpPr>
                    <p:cNvPr id="936" name="Google Shape;936;p3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1" name="Google Shape;941;p3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 name="Google Shape;942;p34"/>
              <p:cNvGrpSpPr/>
              <p:nvPr/>
            </p:nvGrpSpPr>
            <p:grpSpPr>
              <a:xfrm>
                <a:off x="955673" y="11"/>
                <a:ext cx="592576" cy="405260"/>
                <a:chOff x="39722" y="4349021"/>
                <a:chExt cx="1061964" cy="726143"/>
              </a:xfrm>
            </p:grpSpPr>
            <p:grpSp>
              <p:nvGrpSpPr>
                <p:cNvPr id="943" name="Google Shape;943;p34"/>
                <p:cNvGrpSpPr/>
                <p:nvPr/>
              </p:nvGrpSpPr>
              <p:grpSpPr>
                <a:xfrm rot="2700000">
                  <a:off x="140502" y="4460924"/>
                  <a:ext cx="524584" cy="502337"/>
                  <a:chOff x="1189791" y="-1767331"/>
                  <a:chExt cx="904284" cy="865933"/>
                </a:xfrm>
              </p:grpSpPr>
              <p:sp>
                <p:nvSpPr>
                  <p:cNvPr id="944" name="Google Shape;944;p3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5" name="Google Shape;945;p34"/>
                  <p:cNvGrpSpPr/>
                  <p:nvPr/>
                </p:nvGrpSpPr>
                <p:grpSpPr>
                  <a:xfrm>
                    <a:off x="1232795" y="-1740829"/>
                    <a:ext cx="717621" cy="717392"/>
                    <a:chOff x="1483457" y="3953671"/>
                    <a:chExt cx="717621" cy="717392"/>
                  </a:xfrm>
                </p:grpSpPr>
                <p:sp>
                  <p:nvSpPr>
                    <p:cNvPr id="946" name="Google Shape;946;p3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51" name="Google Shape;951;p3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 name="Google Shape;952;p34"/>
              <p:cNvGrpSpPr/>
              <p:nvPr/>
            </p:nvGrpSpPr>
            <p:grpSpPr>
              <a:xfrm>
                <a:off x="441574" y="-36652"/>
                <a:ext cx="699940" cy="478601"/>
                <a:chOff x="39722" y="4349021"/>
                <a:chExt cx="1061964" cy="726143"/>
              </a:xfrm>
            </p:grpSpPr>
            <p:grpSp>
              <p:nvGrpSpPr>
                <p:cNvPr id="953" name="Google Shape;953;p34"/>
                <p:cNvGrpSpPr/>
                <p:nvPr/>
              </p:nvGrpSpPr>
              <p:grpSpPr>
                <a:xfrm rot="2700000">
                  <a:off x="140502" y="4460924"/>
                  <a:ext cx="524584" cy="502337"/>
                  <a:chOff x="1189791" y="-1767331"/>
                  <a:chExt cx="904284" cy="865933"/>
                </a:xfrm>
              </p:grpSpPr>
              <p:sp>
                <p:nvSpPr>
                  <p:cNvPr id="954" name="Google Shape;954;p3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5" name="Google Shape;955;p34"/>
                  <p:cNvGrpSpPr/>
                  <p:nvPr/>
                </p:nvGrpSpPr>
                <p:grpSpPr>
                  <a:xfrm>
                    <a:off x="1232795" y="-1740829"/>
                    <a:ext cx="717621" cy="717392"/>
                    <a:chOff x="1483457" y="3953671"/>
                    <a:chExt cx="717621" cy="717392"/>
                  </a:xfrm>
                </p:grpSpPr>
                <p:sp>
                  <p:nvSpPr>
                    <p:cNvPr id="956" name="Google Shape;956;p3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61" name="Google Shape;961;p3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34"/>
              <p:cNvGrpSpPr/>
              <p:nvPr/>
            </p:nvGrpSpPr>
            <p:grpSpPr>
              <a:xfrm>
                <a:off x="-494406" y="-252396"/>
                <a:ext cx="1741563" cy="1288563"/>
                <a:chOff x="-494406" y="-252396"/>
                <a:chExt cx="1741563" cy="1288563"/>
              </a:xfrm>
            </p:grpSpPr>
            <p:sp>
              <p:nvSpPr>
                <p:cNvPr id="963" name="Google Shape;963;p34"/>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4"/>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65" name="Google Shape;965;p34"/>
            <p:cNvGrpSpPr/>
            <p:nvPr/>
          </p:nvGrpSpPr>
          <p:grpSpPr>
            <a:xfrm>
              <a:off x="5643425" y="4968525"/>
              <a:ext cx="439200" cy="439100"/>
              <a:chOff x="1101075" y="2142375"/>
              <a:chExt cx="439200" cy="439100"/>
            </a:xfrm>
          </p:grpSpPr>
          <p:sp>
            <p:nvSpPr>
              <p:cNvPr id="966" name="Google Shape;966;p3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68" name="Google Shape;968;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69" name="Google Shape;969;p34"/>
          <p:cNvSpPr txBox="1">
            <a:spLocks noGrp="1"/>
          </p:cNvSpPr>
          <p:nvPr>
            <p:ph type="body" idx="1"/>
          </p:nvPr>
        </p:nvSpPr>
        <p:spPr>
          <a:xfrm>
            <a:off x="720000" y="1139550"/>
            <a:ext cx="4290900" cy="3431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Char char="●"/>
              <a:defRPr sz="1200">
                <a:solidFill>
                  <a:srgbClr val="191919"/>
                </a:solidFill>
              </a:defRPr>
            </a:lvl1pPr>
            <a:lvl2pPr marL="914400" lvl="1" indent="-30480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sp>
        <p:nvSpPr>
          <p:cNvPr id="970" name="Google Shape;970;p34"/>
          <p:cNvSpPr txBox="1">
            <a:spLocks noGrp="1"/>
          </p:cNvSpPr>
          <p:nvPr>
            <p:ph type="body" idx="2"/>
          </p:nvPr>
        </p:nvSpPr>
        <p:spPr>
          <a:xfrm>
            <a:off x="5249025" y="1139550"/>
            <a:ext cx="3174900" cy="3431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rgbClr val="434343"/>
              </a:buClr>
              <a:buSzPts val="1200"/>
              <a:buChar char="●"/>
              <a:defRPr sz="1200">
                <a:solidFill>
                  <a:srgbClr val="191919"/>
                </a:solidFill>
              </a:defRPr>
            </a:lvl1pPr>
            <a:lvl2pPr marL="914400" lvl="1" indent="-30480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a:lnSpc>
                <a:spcPct val="115000"/>
              </a:lnSpc>
              <a:spcBef>
                <a:spcPts val="0"/>
              </a:spcBef>
              <a:spcAft>
                <a:spcPts val="0"/>
              </a:spcAft>
              <a:buClr>
                <a:srgbClr val="434343"/>
              </a:buClr>
              <a:buSzPts val="1200"/>
              <a:buFont typeface="Roboto Condensed Light"/>
              <a:buChar char="■"/>
              <a:defRPr>
                <a:solidFill>
                  <a:srgbClr val="434343"/>
                </a:solidFill>
              </a:defRPr>
            </a:lvl9pPr>
          </a:lstStyle>
          <a:p>
            <a:endParaRPr/>
          </a:p>
        </p:txBody>
      </p:sp>
      <p:grpSp>
        <p:nvGrpSpPr>
          <p:cNvPr id="971" name="Google Shape;971;p34"/>
          <p:cNvGrpSpPr/>
          <p:nvPr/>
        </p:nvGrpSpPr>
        <p:grpSpPr>
          <a:xfrm>
            <a:off x="-913829" y="-2335097"/>
            <a:ext cx="5022161" cy="4764814"/>
            <a:chOff x="-837629" y="-2258897"/>
            <a:chExt cx="5022161" cy="4764814"/>
          </a:xfrm>
        </p:grpSpPr>
        <p:grpSp>
          <p:nvGrpSpPr>
            <p:cNvPr id="972" name="Google Shape;972;p34"/>
            <p:cNvGrpSpPr/>
            <p:nvPr/>
          </p:nvGrpSpPr>
          <p:grpSpPr>
            <a:xfrm>
              <a:off x="-837629" y="-736613"/>
              <a:ext cx="1989039" cy="1471668"/>
              <a:chOff x="-494406" y="-252396"/>
              <a:chExt cx="1741563" cy="1288563"/>
            </a:xfrm>
          </p:grpSpPr>
          <p:sp>
            <p:nvSpPr>
              <p:cNvPr id="973" name="Google Shape;973;p34"/>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4"/>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 name="Google Shape;975;p34"/>
            <p:cNvGrpSpPr/>
            <p:nvPr/>
          </p:nvGrpSpPr>
          <p:grpSpPr>
            <a:xfrm rot="-8100000">
              <a:off x="344623" y="-1788220"/>
              <a:ext cx="2915004" cy="3823461"/>
              <a:chOff x="2976325" y="908175"/>
              <a:chExt cx="4028179" cy="5283555"/>
            </a:xfrm>
          </p:grpSpPr>
          <p:sp>
            <p:nvSpPr>
              <p:cNvPr id="976" name="Google Shape;976;p34"/>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4"/>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4"/>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9" name="Google Shape;979;p34"/>
            <p:cNvGrpSpPr/>
            <p:nvPr/>
          </p:nvGrpSpPr>
          <p:grpSpPr>
            <a:xfrm>
              <a:off x="-272968" y="261330"/>
              <a:ext cx="799446" cy="546640"/>
              <a:chOff x="39722" y="4349021"/>
              <a:chExt cx="1061964" cy="726143"/>
            </a:xfrm>
          </p:grpSpPr>
          <p:grpSp>
            <p:nvGrpSpPr>
              <p:cNvPr id="980" name="Google Shape;980;p34"/>
              <p:cNvGrpSpPr/>
              <p:nvPr/>
            </p:nvGrpSpPr>
            <p:grpSpPr>
              <a:xfrm rot="2700000">
                <a:off x="140502" y="4460924"/>
                <a:ext cx="524584" cy="502337"/>
                <a:chOff x="1189791" y="-1767331"/>
                <a:chExt cx="904284" cy="865933"/>
              </a:xfrm>
            </p:grpSpPr>
            <p:sp>
              <p:nvSpPr>
                <p:cNvPr id="981" name="Google Shape;981;p3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2" name="Google Shape;982;p34"/>
                <p:cNvGrpSpPr/>
                <p:nvPr/>
              </p:nvGrpSpPr>
              <p:grpSpPr>
                <a:xfrm>
                  <a:off x="1232795" y="-1740829"/>
                  <a:ext cx="717621" cy="717392"/>
                  <a:chOff x="1483457" y="3953671"/>
                  <a:chExt cx="717621" cy="717392"/>
                </a:xfrm>
              </p:grpSpPr>
              <p:sp>
                <p:nvSpPr>
                  <p:cNvPr id="983" name="Google Shape;983;p3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8" name="Google Shape;988;p3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89" name="Google Shape;989;p34"/>
          <p:cNvGrpSpPr/>
          <p:nvPr/>
        </p:nvGrpSpPr>
        <p:grpSpPr>
          <a:xfrm>
            <a:off x="-224248" y="3297090"/>
            <a:ext cx="605804" cy="2417785"/>
            <a:chOff x="-224248" y="3297090"/>
            <a:chExt cx="605804" cy="2417785"/>
          </a:xfrm>
        </p:grpSpPr>
        <p:grpSp>
          <p:nvGrpSpPr>
            <p:cNvPr id="990" name="Google Shape;990;p34"/>
            <p:cNvGrpSpPr/>
            <p:nvPr/>
          </p:nvGrpSpPr>
          <p:grpSpPr>
            <a:xfrm>
              <a:off x="143770" y="3630885"/>
              <a:ext cx="237785" cy="2083990"/>
              <a:chOff x="1040050" y="3812126"/>
              <a:chExt cx="208200" cy="1824700"/>
            </a:xfrm>
          </p:grpSpPr>
          <p:sp>
            <p:nvSpPr>
              <p:cNvPr id="991" name="Google Shape;991;p34"/>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4"/>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993;p34"/>
            <p:cNvGrpSpPr/>
            <p:nvPr/>
          </p:nvGrpSpPr>
          <p:grpSpPr>
            <a:xfrm rot="10800000">
              <a:off x="-224248" y="3297090"/>
              <a:ext cx="439200" cy="439100"/>
              <a:chOff x="1101075" y="2142375"/>
              <a:chExt cx="439200" cy="439100"/>
            </a:xfrm>
          </p:grpSpPr>
          <p:sp>
            <p:nvSpPr>
              <p:cNvPr id="994" name="Google Shape;994;p3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96" name="Google Shape;996;p34"/>
          <p:cNvGrpSpPr/>
          <p:nvPr/>
        </p:nvGrpSpPr>
        <p:grpSpPr>
          <a:xfrm>
            <a:off x="3585480" y="-1456810"/>
            <a:ext cx="3681465" cy="2759625"/>
            <a:chOff x="3585480" y="-1380610"/>
            <a:chExt cx="3681465" cy="2759625"/>
          </a:xfrm>
        </p:grpSpPr>
        <p:pic>
          <p:nvPicPr>
            <p:cNvPr id="997" name="Google Shape;997;p34"/>
            <p:cNvPicPr preferRelativeResize="0"/>
            <p:nvPr/>
          </p:nvPicPr>
          <p:blipFill rotWithShape="1">
            <a:blip r:embed="rId2">
              <a:alphaModFix/>
            </a:blip>
            <a:srcRect l="16960" t="24718" r="7121" b="26177"/>
            <a:stretch/>
          </p:blipFill>
          <p:spPr>
            <a:xfrm rot="10800000" flipH="1">
              <a:off x="3585480" y="-1380610"/>
              <a:ext cx="3615750" cy="2759625"/>
            </a:xfrm>
            <a:prstGeom prst="rect">
              <a:avLst/>
            </a:prstGeom>
            <a:noFill/>
            <a:ln>
              <a:noFill/>
            </a:ln>
          </p:spPr>
        </p:pic>
        <p:grpSp>
          <p:nvGrpSpPr>
            <p:cNvPr id="998" name="Google Shape;998;p34"/>
            <p:cNvGrpSpPr/>
            <p:nvPr/>
          </p:nvGrpSpPr>
          <p:grpSpPr>
            <a:xfrm>
              <a:off x="6590156" y="-232440"/>
              <a:ext cx="676790" cy="462843"/>
              <a:chOff x="39722" y="4349021"/>
              <a:chExt cx="1061964" cy="726143"/>
            </a:xfrm>
          </p:grpSpPr>
          <p:grpSp>
            <p:nvGrpSpPr>
              <p:cNvPr id="999" name="Google Shape;999;p34"/>
              <p:cNvGrpSpPr/>
              <p:nvPr/>
            </p:nvGrpSpPr>
            <p:grpSpPr>
              <a:xfrm rot="2700000">
                <a:off x="140502" y="4460924"/>
                <a:ext cx="524584" cy="502337"/>
                <a:chOff x="1189791" y="-1767331"/>
                <a:chExt cx="904284" cy="865933"/>
              </a:xfrm>
            </p:grpSpPr>
            <p:sp>
              <p:nvSpPr>
                <p:cNvPr id="1000" name="Google Shape;1000;p3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1" name="Google Shape;1001;p34"/>
                <p:cNvGrpSpPr/>
                <p:nvPr/>
              </p:nvGrpSpPr>
              <p:grpSpPr>
                <a:xfrm>
                  <a:off x="1232795" y="-1740829"/>
                  <a:ext cx="717621" cy="717392"/>
                  <a:chOff x="1483457" y="3953671"/>
                  <a:chExt cx="717621" cy="717392"/>
                </a:xfrm>
              </p:grpSpPr>
              <p:sp>
                <p:nvSpPr>
                  <p:cNvPr id="1002" name="Google Shape;1002;p3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07" name="Google Shape;1007;p3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34"/>
            <p:cNvGrpSpPr/>
            <p:nvPr/>
          </p:nvGrpSpPr>
          <p:grpSpPr>
            <a:xfrm>
              <a:off x="6003005" y="-274104"/>
              <a:ext cx="799446" cy="546640"/>
              <a:chOff x="39722" y="4349021"/>
              <a:chExt cx="1061964" cy="726143"/>
            </a:xfrm>
          </p:grpSpPr>
          <p:grpSp>
            <p:nvGrpSpPr>
              <p:cNvPr id="1009" name="Google Shape;1009;p34"/>
              <p:cNvGrpSpPr/>
              <p:nvPr/>
            </p:nvGrpSpPr>
            <p:grpSpPr>
              <a:xfrm rot="2700000">
                <a:off x="140502" y="4460924"/>
                <a:ext cx="524584" cy="502337"/>
                <a:chOff x="1189791" y="-1767331"/>
                <a:chExt cx="904284" cy="865933"/>
              </a:xfrm>
            </p:grpSpPr>
            <p:sp>
              <p:nvSpPr>
                <p:cNvPr id="1010" name="Google Shape;1010;p34"/>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1" name="Google Shape;1011;p34"/>
                <p:cNvGrpSpPr/>
                <p:nvPr/>
              </p:nvGrpSpPr>
              <p:grpSpPr>
                <a:xfrm>
                  <a:off x="1232795" y="-1740829"/>
                  <a:ext cx="717621" cy="717392"/>
                  <a:chOff x="1483457" y="3953671"/>
                  <a:chExt cx="717621" cy="717392"/>
                </a:xfrm>
              </p:grpSpPr>
              <p:sp>
                <p:nvSpPr>
                  <p:cNvPr id="1012" name="Google Shape;1012;p34"/>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4"/>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4"/>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4"/>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4"/>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7" name="Google Shape;1017;p34"/>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18"/>
        <p:cNvGrpSpPr/>
        <p:nvPr/>
      </p:nvGrpSpPr>
      <p:grpSpPr>
        <a:xfrm>
          <a:off x="0" y="0"/>
          <a:ext cx="0" cy="0"/>
          <a:chOff x="0" y="0"/>
          <a:chExt cx="0" cy="0"/>
        </a:xfrm>
      </p:grpSpPr>
      <p:sp>
        <p:nvSpPr>
          <p:cNvPr id="1019" name="Google Shape;101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020" name="Google Shape;1020;p35"/>
          <p:cNvSpPr txBox="1">
            <a:spLocks noGrp="1"/>
          </p:cNvSpPr>
          <p:nvPr>
            <p:ph type="subTitle" idx="1"/>
          </p:nvPr>
        </p:nvSpPr>
        <p:spPr>
          <a:xfrm>
            <a:off x="713225" y="2041525"/>
            <a:ext cx="5578500" cy="606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21" name="Google Shape;1021;p35"/>
          <p:cNvSpPr txBox="1">
            <a:spLocks noGrp="1"/>
          </p:cNvSpPr>
          <p:nvPr>
            <p:ph type="subTitle" idx="2"/>
          </p:nvPr>
        </p:nvSpPr>
        <p:spPr>
          <a:xfrm>
            <a:off x="713225" y="3366650"/>
            <a:ext cx="5578500" cy="642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1400"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22" name="Google Shape;1022;p35"/>
          <p:cNvSpPr txBox="1">
            <a:spLocks noGrp="1"/>
          </p:cNvSpPr>
          <p:nvPr>
            <p:ph type="subTitle" idx="3"/>
          </p:nvPr>
        </p:nvSpPr>
        <p:spPr>
          <a:xfrm>
            <a:off x="713225" y="1679400"/>
            <a:ext cx="55785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23" name="Google Shape;1023;p35"/>
          <p:cNvSpPr txBox="1">
            <a:spLocks noGrp="1"/>
          </p:cNvSpPr>
          <p:nvPr>
            <p:ph type="subTitle" idx="4"/>
          </p:nvPr>
        </p:nvSpPr>
        <p:spPr>
          <a:xfrm>
            <a:off x="713225" y="3040550"/>
            <a:ext cx="55785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024" name="Google Shape;1024;p35"/>
          <p:cNvGrpSpPr/>
          <p:nvPr/>
        </p:nvGrpSpPr>
        <p:grpSpPr>
          <a:xfrm rot="-5400000" flipH="1">
            <a:off x="6239121" y="1032770"/>
            <a:ext cx="5022035" cy="4764449"/>
            <a:chOff x="4571996" y="2268220"/>
            <a:chExt cx="5022035" cy="4764449"/>
          </a:xfrm>
        </p:grpSpPr>
        <p:pic>
          <p:nvPicPr>
            <p:cNvPr id="1025" name="Google Shape;1025;p35"/>
            <p:cNvPicPr preferRelativeResize="0"/>
            <p:nvPr/>
          </p:nvPicPr>
          <p:blipFill rotWithShape="1">
            <a:blip r:embed="rId2">
              <a:alphaModFix/>
            </a:blip>
            <a:srcRect l="16960" t="24718" r="7121" b="26177"/>
            <a:stretch/>
          </p:blipFill>
          <p:spPr>
            <a:xfrm flipH="1">
              <a:off x="5978271" y="3376950"/>
              <a:ext cx="3615750" cy="2759625"/>
            </a:xfrm>
            <a:prstGeom prst="rect">
              <a:avLst/>
            </a:prstGeom>
            <a:noFill/>
            <a:ln>
              <a:noFill/>
            </a:ln>
          </p:spPr>
        </p:pic>
        <p:grpSp>
          <p:nvGrpSpPr>
            <p:cNvPr id="1026" name="Google Shape;1026;p35"/>
            <p:cNvGrpSpPr/>
            <p:nvPr/>
          </p:nvGrpSpPr>
          <p:grpSpPr>
            <a:xfrm rot="10800000">
              <a:off x="4571996" y="2268220"/>
              <a:ext cx="5022035" cy="4764449"/>
              <a:chOff x="-494406" y="-1584825"/>
              <a:chExt cx="4397193" cy="4171657"/>
            </a:xfrm>
          </p:grpSpPr>
          <p:grpSp>
            <p:nvGrpSpPr>
              <p:cNvPr id="1027" name="Google Shape;1027;p35"/>
              <p:cNvGrpSpPr/>
              <p:nvPr/>
            </p:nvGrpSpPr>
            <p:grpSpPr>
              <a:xfrm>
                <a:off x="245875" y="-51824"/>
                <a:ext cx="208200" cy="1824700"/>
                <a:chOff x="1040050" y="3812126"/>
                <a:chExt cx="208200" cy="1824700"/>
              </a:xfrm>
            </p:grpSpPr>
            <p:sp>
              <p:nvSpPr>
                <p:cNvPr id="1028" name="Google Shape;1028;p35"/>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5"/>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35"/>
              <p:cNvGrpSpPr/>
              <p:nvPr/>
            </p:nvGrpSpPr>
            <p:grpSpPr>
              <a:xfrm rot="-8100000">
                <a:off x="540898" y="-1172741"/>
                <a:ext cx="2552124" cy="3347490"/>
                <a:chOff x="2976325" y="908175"/>
                <a:chExt cx="4028179" cy="5283555"/>
              </a:xfrm>
            </p:grpSpPr>
            <p:sp>
              <p:nvSpPr>
                <p:cNvPr id="1031" name="Google Shape;1031;p35"/>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5"/>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5"/>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35"/>
              <p:cNvGrpSpPr/>
              <p:nvPr/>
            </p:nvGrpSpPr>
            <p:grpSpPr>
              <a:xfrm>
                <a:off x="-1" y="621223"/>
                <a:ext cx="699940" cy="478601"/>
                <a:chOff x="39722" y="4349021"/>
                <a:chExt cx="1061964" cy="726143"/>
              </a:xfrm>
            </p:grpSpPr>
            <p:grpSp>
              <p:nvGrpSpPr>
                <p:cNvPr id="1035" name="Google Shape;1035;p35"/>
                <p:cNvGrpSpPr/>
                <p:nvPr/>
              </p:nvGrpSpPr>
              <p:grpSpPr>
                <a:xfrm rot="2700000">
                  <a:off x="140502" y="4460924"/>
                  <a:ext cx="524584" cy="502337"/>
                  <a:chOff x="1189791" y="-1767331"/>
                  <a:chExt cx="904284" cy="865933"/>
                </a:xfrm>
              </p:grpSpPr>
              <p:sp>
                <p:nvSpPr>
                  <p:cNvPr id="1036" name="Google Shape;1036;p3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7" name="Google Shape;1037;p35"/>
                  <p:cNvGrpSpPr/>
                  <p:nvPr/>
                </p:nvGrpSpPr>
                <p:grpSpPr>
                  <a:xfrm>
                    <a:off x="1232795" y="-1740829"/>
                    <a:ext cx="717621" cy="717392"/>
                    <a:chOff x="1483457" y="3953671"/>
                    <a:chExt cx="717621" cy="717392"/>
                  </a:xfrm>
                </p:grpSpPr>
                <p:sp>
                  <p:nvSpPr>
                    <p:cNvPr id="1038" name="Google Shape;1038;p3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3" name="Google Shape;1043;p3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 name="Google Shape;1044;p35"/>
              <p:cNvGrpSpPr/>
              <p:nvPr/>
            </p:nvGrpSpPr>
            <p:grpSpPr>
              <a:xfrm>
                <a:off x="955673" y="11"/>
                <a:ext cx="592576" cy="405260"/>
                <a:chOff x="39722" y="4349021"/>
                <a:chExt cx="1061964" cy="726143"/>
              </a:xfrm>
            </p:grpSpPr>
            <p:grpSp>
              <p:nvGrpSpPr>
                <p:cNvPr id="1045" name="Google Shape;1045;p35"/>
                <p:cNvGrpSpPr/>
                <p:nvPr/>
              </p:nvGrpSpPr>
              <p:grpSpPr>
                <a:xfrm rot="2700000">
                  <a:off x="140502" y="4460924"/>
                  <a:ext cx="524584" cy="502337"/>
                  <a:chOff x="1189791" y="-1767331"/>
                  <a:chExt cx="904284" cy="865933"/>
                </a:xfrm>
              </p:grpSpPr>
              <p:sp>
                <p:nvSpPr>
                  <p:cNvPr id="1046" name="Google Shape;1046;p3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7" name="Google Shape;1047;p35"/>
                  <p:cNvGrpSpPr/>
                  <p:nvPr/>
                </p:nvGrpSpPr>
                <p:grpSpPr>
                  <a:xfrm>
                    <a:off x="1232795" y="-1740829"/>
                    <a:ext cx="717621" cy="717392"/>
                    <a:chOff x="1483457" y="3953671"/>
                    <a:chExt cx="717621" cy="717392"/>
                  </a:xfrm>
                </p:grpSpPr>
                <p:sp>
                  <p:nvSpPr>
                    <p:cNvPr id="1048" name="Google Shape;1048;p3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3" name="Google Shape;1053;p3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35"/>
              <p:cNvGrpSpPr/>
              <p:nvPr/>
            </p:nvGrpSpPr>
            <p:grpSpPr>
              <a:xfrm>
                <a:off x="441574" y="-36652"/>
                <a:ext cx="699940" cy="478601"/>
                <a:chOff x="39722" y="4349021"/>
                <a:chExt cx="1061964" cy="726143"/>
              </a:xfrm>
            </p:grpSpPr>
            <p:grpSp>
              <p:nvGrpSpPr>
                <p:cNvPr id="1055" name="Google Shape;1055;p35"/>
                <p:cNvGrpSpPr/>
                <p:nvPr/>
              </p:nvGrpSpPr>
              <p:grpSpPr>
                <a:xfrm rot="2700000">
                  <a:off x="140502" y="4460924"/>
                  <a:ext cx="524584" cy="502337"/>
                  <a:chOff x="1189791" y="-1767331"/>
                  <a:chExt cx="904284" cy="865933"/>
                </a:xfrm>
              </p:grpSpPr>
              <p:sp>
                <p:nvSpPr>
                  <p:cNvPr id="1056" name="Google Shape;1056;p3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7" name="Google Shape;1057;p35"/>
                  <p:cNvGrpSpPr/>
                  <p:nvPr/>
                </p:nvGrpSpPr>
                <p:grpSpPr>
                  <a:xfrm>
                    <a:off x="1232795" y="-1740829"/>
                    <a:ext cx="717621" cy="717392"/>
                    <a:chOff x="1483457" y="3953671"/>
                    <a:chExt cx="717621" cy="717392"/>
                  </a:xfrm>
                </p:grpSpPr>
                <p:sp>
                  <p:nvSpPr>
                    <p:cNvPr id="1058" name="Google Shape;1058;p3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63" name="Google Shape;1063;p3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4" name="Google Shape;1064;p35"/>
              <p:cNvGrpSpPr/>
              <p:nvPr/>
            </p:nvGrpSpPr>
            <p:grpSpPr>
              <a:xfrm>
                <a:off x="-494406" y="-252396"/>
                <a:ext cx="1741563" cy="1288563"/>
                <a:chOff x="-494406" y="-252396"/>
                <a:chExt cx="1741563" cy="1288563"/>
              </a:xfrm>
            </p:grpSpPr>
            <p:sp>
              <p:nvSpPr>
                <p:cNvPr id="1065" name="Google Shape;1065;p35"/>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5"/>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67" name="Google Shape;1067;p35"/>
            <p:cNvGrpSpPr/>
            <p:nvPr/>
          </p:nvGrpSpPr>
          <p:grpSpPr>
            <a:xfrm>
              <a:off x="5643425" y="4968525"/>
              <a:ext cx="439200" cy="439100"/>
              <a:chOff x="1101075" y="2142375"/>
              <a:chExt cx="439200" cy="439100"/>
            </a:xfrm>
          </p:grpSpPr>
          <p:sp>
            <p:nvSpPr>
              <p:cNvPr id="1068" name="Google Shape;1068;p3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070" name="Google Shape;1070;p35"/>
          <p:cNvPicPr preferRelativeResize="0"/>
          <p:nvPr/>
        </p:nvPicPr>
        <p:blipFill rotWithShape="1">
          <a:blip r:embed="rId2">
            <a:alphaModFix/>
          </a:blip>
          <a:srcRect l="16960" t="24718" r="7121" b="26177"/>
          <a:stretch/>
        </p:blipFill>
        <p:spPr>
          <a:xfrm rot="5400000">
            <a:off x="-1432850" y="882950"/>
            <a:ext cx="2441950" cy="1863749"/>
          </a:xfrm>
          <a:prstGeom prst="rect">
            <a:avLst/>
          </a:prstGeom>
          <a:noFill/>
          <a:ln>
            <a:noFill/>
          </a:ln>
        </p:spPr>
      </p:pic>
      <p:grpSp>
        <p:nvGrpSpPr>
          <p:cNvPr id="1071" name="Google Shape;1071;p35"/>
          <p:cNvGrpSpPr/>
          <p:nvPr/>
        </p:nvGrpSpPr>
        <p:grpSpPr>
          <a:xfrm rot="10800000">
            <a:off x="6045700" y="237976"/>
            <a:ext cx="4558967" cy="134100"/>
            <a:chOff x="796100" y="3019701"/>
            <a:chExt cx="4558967" cy="134100"/>
          </a:xfrm>
        </p:grpSpPr>
        <p:sp>
          <p:nvSpPr>
            <p:cNvPr id="1072" name="Google Shape;1072;p3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73" name="Google Shape;1073;p3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74" name="Google Shape;1074;p3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5" name="Google Shape;1075;p35"/>
          <p:cNvGrpSpPr/>
          <p:nvPr/>
        </p:nvGrpSpPr>
        <p:grpSpPr>
          <a:xfrm>
            <a:off x="-1143750" y="3925887"/>
            <a:ext cx="4558967" cy="1517787"/>
            <a:chOff x="-1143750" y="3849687"/>
            <a:chExt cx="4558967" cy="1517787"/>
          </a:xfrm>
        </p:grpSpPr>
        <p:grpSp>
          <p:nvGrpSpPr>
            <p:cNvPr id="1076" name="Google Shape;1076;p35"/>
            <p:cNvGrpSpPr/>
            <p:nvPr/>
          </p:nvGrpSpPr>
          <p:grpSpPr>
            <a:xfrm rot="5400000">
              <a:off x="-805838" y="4155104"/>
              <a:ext cx="1517787" cy="906953"/>
              <a:chOff x="-55500" y="4835979"/>
              <a:chExt cx="1517787" cy="906953"/>
            </a:xfrm>
          </p:grpSpPr>
          <p:sp>
            <p:nvSpPr>
              <p:cNvPr id="1077" name="Google Shape;1077;p35"/>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5"/>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5"/>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5"/>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1" name="Google Shape;1081;p35"/>
            <p:cNvGrpSpPr/>
            <p:nvPr/>
          </p:nvGrpSpPr>
          <p:grpSpPr>
            <a:xfrm>
              <a:off x="-549966" y="3946426"/>
              <a:ext cx="2833357" cy="1421047"/>
              <a:chOff x="-677366" y="4067276"/>
              <a:chExt cx="2833357" cy="1421047"/>
            </a:xfrm>
          </p:grpSpPr>
          <p:sp>
            <p:nvSpPr>
              <p:cNvPr id="1082" name="Google Shape;1082;p35"/>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3" name="Google Shape;1083;p35"/>
              <p:cNvGrpSpPr/>
              <p:nvPr/>
            </p:nvGrpSpPr>
            <p:grpSpPr>
              <a:xfrm>
                <a:off x="317735" y="4614472"/>
                <a:ext cx="161977" cy="161940"/>
                <a:chOff x="1101075" y="2142375"/>
                <a:chExt cx="439200" cy="439100"/>
              </a:xfrm>
            </p:grpSpPr>
            <p:sp>
              <p:nvSpPr>
                <p:cNvPr id="1084" name="Google Shape;1084;p3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6" name="Google Shape;1086;p35"/>
              <p:cNvGrpSpPr/>
              <p:nvPr/>
            </p:nvGrpSpPr>
            <p:grpSpPr>
              <a:xfrm rot="10800000">
                <a:off x="1700151" y="5032693"/>
                <a:ext cx="161977" cy="161940"/>
                <a:chOff x="1101075" y="2142375"/>
                <a:chExt cx="439200" cy="439100"/>
              </a:xfrm>
            </p:grpSpPr>
            <p:sp>
              <p:nvSpPr>
                <p:cNvPr id="1087" name="Google Shape;1087;p3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9" name="Google Shape;1089;p35"/>
            <p:cNvSpPr/>
            <p:nvPr/>
          </p:nvSpPr>
          <p:spPr>
            <a:xfrm rot="-5400000">
              <a:off x="362395"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0" name="Google Shape;1090;p35"/>
            <p:cNvGrpSpPr/>
            <p:nvPr/>
          </p:nvGrpSpPr>
          <p:grpSpPr>
            <a:xfrm>
              <a:off x="-1143750" y="4741576"/>
              <a:ext cx="4558967" cy="134100"/>
              <a:chOff x="796100" y="3019701"/>
              <a:chExt cx="4558967" cy="134100"/>
            </a:xfrm>
          </p:grpSpPr>
          <p:sp>
            <p:nvSpPr>
              <p:cNvPr id="1091" name="Google Shape;1091;p3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92" name="Google Shape;1092;p3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93" name="Google Shape;1093;p3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94"/>
        <p:cNvGrpSpPr/>
        <p:nvPr/>
      </p:nvGrpSpPr>
      <p:grpSpPr>
        <a:xfrm>
          <a:off x="0" y="0"/>
          <a:ext cx="0" cy="0"/>
          <a:chOff x="0" y="0"/>
          <a:chExt cx="0" cy="0"/>
        </a:xfrm>
      </p:grpSpPr>
      <p:grpSp>
        <p:nvGrpSpPr>
          <p:cNvPr id="1095" name="Google Shape;1095;p36"/>
          <p:cNvGrpSpPr/>
          <p:nvPr/>
        </p:nvGrpSpPr>
        <p:grpSpPr>
          <a:xfrm>
            <a:off x="7059553" y="-2136808"/>
            <a:ext cx="4192757" cy="4558967"/>
            <a:chOff x="6983353" y="-2136808"/>
            <a:chExt cx="4192757" cy="4558967"/>
          </a:xfrm>
        </p:grpSpPr>
        <p:grpSp>
          <p:nvGrpSpPr>
            <p:cNvPr id="1096" name="Google Shape;1096;p36"/>
            <p:cNvGrpSpPr/>
            <p:nvPr/>
          </p:nvGrpSpPr>
          <p:grpSpPr>
            <a:xfrm rot="-509296">
              <a:off x="7187207" y="-982000"/>
              <a:ext cx="3785049" cy="3043008"/>
              <a:chOff x="7103825" y="-713112"/>
              <a:chExt cx="3785226" cy="3043150"/>
            </a:xfrm>
          </p:grpSpPr>
          <p:sp>
            <p:nvSpPr>
              <p:cNvPr id="1097" name="Google Shape;1097;p36"/>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98" name="Google Shape;1098;p36"/>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1099" name="Google Shape;1099;p36"/>
            <p:cNvGrpSpPr/>
            <p:nvPr/>
          </p:nvGrpSpPr>
          <p:grpSpPr>
            <a:xfrm rot="5400000">
              <a:off x="6489450" y="75626"/>
              <a:ext cx="4558967" cy="134100"/>
              <a:chOff x="796100" y="3019701"/>
              <a:chExt cx="4558967" cy="134100"/>
            </a:xfrm>
          </p:grpSpPr>
          <p:sp>
            <p:nvSpPr>
              <p:cNvPr id="1100" name="Google Shape;1100;p3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01" name="Google Shape;1101;p3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102" name="Google Shape;1102;p3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03" name="Google Shape;1103;p36"/>
          <p:cNvSpPr txBox="1">
            <a:spLocks noGrp="1"/>
          </p:cNvSpPr>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04" name="Google Shape;1104;p36"/>
          <p:cNvSpPr txBox="1">
            <a:spLocks noGrp="1"/>
          </p:cNvSpPr>
          <p:nvPr>
            <p:ph type="subTitle" idx="2"/>
          </p:nvPr>
        </p:nvSpPr>
        <p:spPr>
          <a:xfrm>
            <a:off x="3584484" y="2649975"/>
            <a:ext cx="1981800" cy="1088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05" name="Google Shape;1105;p36"/>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06" name="Google Shape;1106;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107" name="Google Shape;1107;p36"/>
          <p:cNvSpPr txBox="1">
            <a:spLocks noGrp="1"/>
          </p:cNvSpPr>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08" name="Google Shape;1108;p36"/>
          <p:cNvSpPr txBox="1">
            <a:spLocks noGrp="1"/>
          </p:cNvSpPr>
          <p:nvPr>
            <p:ph type="subTitle" idx="5"/>
          </p:nvPr>
        </p:nvSpPr>
        <p:spPr>
          <a:xfrm>
            <a:off x="3584483" y="2323875"/>
            <a:ext cx="19818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09" name="Google Shape;1109;p36"/>
          <p:cNvSpPr txBox="1">
            <a:spLocks noGrp="1"/>
          </p:cNvSpPr>
          <p:nvPr>
            <p:ph type="subTitle" idx="6"/>
          </p:nvPr>
        </p:nvSpPr>
        <p:spPr>
          <a:xfrm>
            <a:off x="6448972" y="2323875"/>
            <a:ext cx="19818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10" name="Google Shape;1110;p36"/>
          <p:cNvGrpSpPr/>
          <p:nvPr/>
        </p:nvGrpSpPr>
        <p:grpSpPr>
          <a:xfrm>
            <a:off x="6067575" y="2796625"/>
            <a:ext cx="4006263" cy="4771152"/>
            <a:chOff x="5915175" y="2339425"/>
            <a:chExt cx="4006263" cy="4771152"/>
          </a:xfrm>
        </p:grpSpPr>
        <p:sp>
          <p:nvSpPr>
            <p:cNvPr id="1111" name="Google Shape;1111;p36"/>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6"/>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3" name="Google Shape;1113;p36"/>
            <p:cNvGrpSpPr/>
            <p:nvPr/>
          </p:nvGrpSpPr>
          <p:grpSpPr>
            <a:xfrm>
              <a:off x="7520550" y="4608575"/>
              <a:ext cx="582050" cy="582425"/>
              <a:chOff x="959750" y="3039275"/>
              <a:chExt cx="582050" cy="582425"/>
            </a:xfrm>
          </p:grpSpPr>
          <p:sp>
            <p:nvSpPr>
              <p:cNvPr id="1114" name="Google Shape;1114;p3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1" name="Google Shape;1121;p36"/>
            <p:cNvGrpSpPr/>
            <p:nvPr/>
          </p:nvGrpSpPr>
          <p:grpSpPr>
            <a:xfrm>
              <a:off x="8484675" y="3658275"/>
              <a:ext cx="582050" cy="582425"/>
              <a:chOff x="959750" y="3039275"/>
              <a:chExt cx="582050" cy="582425"/>
            </a:xfrm>
          </p:grpSpPr>
          <p:sp>
            <p:nvSpPr>
              <p:cNvPr id="1122" name="Google Shape;1122;p3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29" name="Google Shape;1129;p36"/>
          <p:cNvGrpSpPr/>
          <p:nvPr/>
        </p:nvGrpSpPr>
        <p:grpSpPr>
          <a:xfrm>
            <a:off x="-235366" y="3828554"/>
            <a:ext cx="5249359" cy="2992224"/>
            <a:chOff x="-258616" y="3430829"/>
            <a:chExt cx="5249359" cy="2992224"/>
          </a:xfrm>
        </p:grpSpPr>
        <p:pic>
          <p:nvPicPr>
            <p:cNvPr id="1130" name="Google Shape;1130;p36"/>
            <p:cNvPicPr preferRelativeResize="0"/>
            <p:nvPr/>
          </p:nvPicPr>
          <p:blipFill rotWithShape="1">
            <a:blip r:embed="rId3">
              <a:alphaModFix/>
            </a:blip>
            <a:srcRect l="16960" t="24718" r="7121" b="26177"/>
            <a:stretch/>
          </p:blipFill>
          <p:spPr>
            <a:xfrm>
              <a:off x="1070243" y="3430829"/>
              <a:ext cx="3920501" cy="2992224"/>
            </a:xfrm>
            <a:prstGeom prst="rect">
              <a:avLst/>
            </a:prstGeom>
            <a:noFill/>
            <a:ln>
              <a:noFill/>
            </a:ln>
          </p:spPr>
        </p:pic>
        <p:sp>
          <p:nvSpPr>
            <p:cNvPr id="1131" name="Google Shape;1131;p36"/>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6"/>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6"/>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6"/>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6"/>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6" name="Google Shape;1136;p36"/>
            <p:cNvGrpSpPr/>
            <p:nvPr/>
          </p:nvGrpSpPr>
          <p:grpSpPr>
            <a:xfrm>
              <a:off x="736485" y="4387072"/>
              <a:ext cx="161977" cy="161940"/>
              <a:chOff x="1101075" y="2142375"/>
              <a:chExt cx="439200" cy="439100"/>
            </a:xfrm>
          </p:grpSpPr>
          <p:sp>
            <p:nvSpPr>
              <p:cNvPr id="1137" name="Google Shape;1137;p3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9" name="Google Shape;1139;p36"/>
            <p:cNvGrpSpPr/>
            <p:nvPr/>
          </p:nvGrpSpPr>
          <p:grpSpPr>
            <a:xfrm rot="10800000">
              <a:off x="2118901" y="4805293"/>
              <a:ext cx="161977" cy="161940"/>
              <a:chOff x="1101075" y="2142375"/>
              <a:chExt cx="439200" cy="439100"/>
            </a:xfrm>
          </p:grpSpPr>
          <p:sp>
            <p:nvSpPr>
              <p:cNvPr id="1140" name="Google Shape;1140;p3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42" name="Google Shape;1142;p36"/>
          <p:cNvGrpSpPr/>
          <p:nvPr/>
        </p:nvGrpSpPr>
        <p:grpSpPr>
          <a:xfrm>
            <a:off x="-515563" y="-797996"/>
            <a:ext cx="1433417" cy="2584783"/>
            <a:chOff x="-363163" y="-645596"/>
            <a:chExt cx="1433417" cy="2584783"/>
          </a:xfrm>
        </p:grpSpPr>
        <p:grpSp>
          <p:nvGrpSpPr>
            <p:cNvPr id="1143" name="Google Shape;1143;p36"/>
            <p:cNvGrpSpPr/>
            <p:nvPr/>
          </p:nvGrpSpPr>
          <p:grpSpPr>
            <a:xfrm rot="10800000">
              <a:off x="-64595" y="-645596"/>
              <a:ext cx="1134849" cy="2370191"/>
              <a:chOff x="-575575" y="3685599"/>
              <a:chExt cx="1421048" cy="2967932"/>
            </a:xfrm>
          </p:grpSpPr>
          <p:sp>
            <p:nvSpPr>
              <p:cNvPr id="1144" name="Google Shape;1144;p36"/>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6"/>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6" name="Google Shape;1146;p36"/>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6"/>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8" name="Google Shape;1148;p36"/>
            <p:cNvGrpSpPr/>
            <p:nvPr/>
          </p:nvGrpSpPr>
          <p:grpSpPr>
            <a:xfrm rot="-2700000" flipH="1">
              <a:off x="-216370" y="1084101"/>
              <a:ext cx="708093" cy="708493"/>
              <a:chOff x="3678700" y="407275"/>
              <a:chExt cx="708100" cy="708500"/>
            </a:xfrm>
          </p:grpSpPr>
          <p:sp>
            <p:nvSpPr>
              <p:cNvPr id="1149" name="Google Shape;1149;p3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156"/>
        <p:cNvGrpSpPr/>
        <p:nvPr/>
      </p:nvGrpSpPr>
      <p:grpSpPr>
        <a:xfrm>
          <a:off x="0" y="0"/>
          <a:ext cx="0" cy="0"/>
          <a:chOff x="0" y="0"/>
          <a:chExt cx="0" cy="0"/>
        </a:xfrm>
      </p:grpSpPr>
      <p:sp>
        <p:nvSpPr>
          <p:cNvPr id="1157" name="Google Shape;1157;p37"/>
          <p:cNvSpPr txBox="1">
            <a:spLocks noGrp="1"/>
          </p:cNvSpPr>
          <p:nvPr>
            <p:ph type="subTitle" idx="1"/>
          </p:nvPr>
        </p:nvSpPr>
        <p:spPr>
          <a:xfrm>
            <a:off x="720000" y="3520475"/>
            <a:ext cx="1981800" cy="1088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58" name="Google Shape;1158;p37"/>
          <p:cNvSpPr txBox="1">
            <a:spLocks noGrp="1"/>
          </p:cNvSpPr>
          <p:nvPr>
            <p:ph type="subTitle" idx="2"/>
          </p:nvPr>
        </p:nvSpPr>
        <p:spPr>
          <a:xfrm>
            <a:off x="3584484" y="3520475"/>
            <a:ext cx="1981800" cy="1088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59" name="Google Shape;1159;p37"/>
          <p:cNvSpPr txBox="1">
            <a:spLocks noGrp="1"/>
          </p:cNvSpPr>
          <p:nvPr>
            <p:ph type="subTitle" idx="3"/>
          </p:nvPr>
        </p:nvSpPr>
        <p:spPr>
          <a:xfrm>
            <a:off x="6448975" y="3520475"/>
            <a:ext cx="1981800" cy="1088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60" name="Google Shape;1160;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161" name="Google Shape;1161;p37"/>
          <p:cNvSpPr txBox="1">
            <a:spLocks noGrp="1"/>
          </p:cNvSpPr>
          <p:nvPr>
            <p:ph type="subTitle" idx="4"/>
          </p:nvPr>
        </p:nvSpPr>
        <p:spPr>
          <a:xfrm>
            <a:off x="720000" y="3194375"/>
            <a:ext cx="19818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62" name="Google Shape;1162;p37"/>
          <p:cNvSpPr txBox="1">
            <a:spLocks noGrp="1"/>
          </p:cNvSpPr>
          <p:nvPr>
            <p:ph type="subTitle" idx="5"/>
          </p:nvPr>
        </p:nvSpPr>
        <p:spPr>
          <a:xfrm>
            <a:off x="3584483" y="3194375"/>
            <a:ext cx="19818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63" name="Google Shape;1163;p37"/>
          <p:cNvSpPr txBox="1">
            <a:spLocks noGrp="1"/>
          </p:cNvSpPr>
          <p:nvPr>
            <p:ph type="subTitle" idx="6"/>
          </p:nvPr>
        </p:nvSpPr>
        <p:spPr>
          <a:xfrm>
            <a:off x="6448972" y="3194375"/>
            <a:ext cx="19818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64" name="Google Shape;1164;p37"/>
          <p:cNvSpPr>
            <a:spLocks noGrp="1"/>
          </p:cNvSpPr>
          <p:nvPr>
            <p:ph type="pic" idx="7"/>
          </p:nvPr>
        </p:nvSpPr>
        <p:spPr>
          <a:xfrm>
            <a:off x="720000" y="1236800"/>
            <a:ext cx="1981800" cy="1662300"/>
          </a:xfrm>
          <a:prstGeom prst="snip1Rect">
            <a:avLst>
              <a:gd name="adj" fmla="val 16667"/>
            </a:avLst>
          </a:prstGeom>
          <a:noFill/>
          <a:ln>
            <a:noFill/>
          </a:ln>
        </p:spPr>
      </p:sp>
      <p:sp>
        <p:nvSpPr>
          <p:cNvPr id="1165" name="Google Shape;1165;p37"/>
          <p:cNvSpPr>
            <a:spLocks noGrp="1"/>
          </p:cNvSpPr>
          <p:nvPr>
            <p:ph type="pic" idx="8"/>
          </p:nvPr>
        </p:nvSpPr>
        <p:spPr>
          <a:xfrm>
            <a:off x="3584475" y="1236800"/>
            <a:ext cx="1981800" cy="1662300"/>
          </a:xfrm>
          <a:prstGeom prst="snip1Rect">
            <a:avLst>
              <a:gd name="adj" fmla="val 16667"/>
            </a:avLst>
          </a:prstGeom>
          <a:noFill/>
          <a:ln>
            <a:noFill/>
          </a:ln>
        </p:spPr>
      </p:sp>
      <p:sp>
        <p:nvSpPr>
          <p:cNvPr id="1166" name="Google Shape;1166;p37"/>
          <p:cNvSpPr>
            <a:spLocks noGrp="1"/>
          </p:cNvSpPr>
          <p:nvPr>
            <p:ph type="pic" idx="9"/>
          </p:nvPr>
        </p:nvSpPr>
        <p:spPr>
          <a:xfrm>
            <a:off x="6448950" y="1236800"/>
            <a:ext cx="1981800" cy="1662300"/>
          </a:xfrm>
          <a:prstGeom prst="snip1Rect">
            <a:avLst>
              <a:gd name="adj" fmla="val 16667"/>
            </a:avLst>
          </a:prstGeom>
          <a:noFill/>
          <a:ln>
            <a:noFill/>
          </a:ln>
        </p:spPr>
      </p:sp>
      <p:grpSp>
        <p:nvGrpSpPr>
          <p:cNvPr id="1167" name="Google Shape;1167;p37"/>
          <p:cNvGrpSpPr/>
          <p:nvPr/>
        </p:nvGrpSpPr>
        <p:grpSpPr>
          <a:xfrm>
            <a:off x="-928041" y="3925887"/>
            <a:ext cx="2833357" cy="1517787"/>
            <a:chOff x="-623241" y="3849687"/>
            <a:chExt cx="2833357" cy="1517787"/>
          </a:xfrm>
        </p:grpSpPr>
        <p:grpSp>
          <p:nvGrpSpPr>
            <p:cNvPr id="1168" name="Google Shape;1168;p37"/>
            <p:cNvGrpSpPr/>
            <p:nvPr/>
          </p:nvGrpSpPr>
          <p:grpSpPr>
            <a:xfrm rot="5400000">
              <a:off x="-879113" y="4155104"/>
              <a:ext cx="1517787" cy="906953"/>
              <a:chOff x="-55500" y="4835979"/>
              <a:chExt cx="1517787" cy="906953"/>
            </a:xfrm>
          </p:grpSpPr>
          <p:sp>
            <p:nvSpPr>
              <p:cNvPr id="1169" name="Google Shape;1169;p37"/>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7"/>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7"/>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7"/>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3" name="Google Shape;1173;p37"/>
            <p:cNvGrpSpPr/>
            <p:nvPr/>
          </p:nvGrpSpPr>
          <p:grpSpPr>
            <a:xfrm>
              <a:off x="-623241" y="3946426"/>
              <a:ext cx="2833357" cy="1421047"/>
              <a:chOff x="-677366" y="4067276"/>
              <a:chExt cx="2833357" cy="1421047"/>
            </a:xfrm>
          </p:grpSpPr>
          <p:sp>
            <p:nvSpPr>
              <p:cNvPr id="1174" name="Google Shape;1174;p37"/>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5" name="Google Shape;1175;p37"/>
              <p:cNvGrpSpPr/>
              <p:nvPr/>
            </p:nvGrpSpPr>
            <p:grpSpPr>
              <a:xfrm>
                <a:off x="317735" y="4614472"/>
                <a:ext cx="161977" cy="161940"/>
                <a:chOff x="1101075" y="2142375"/>
                <a:chExt cx="439200" cy="439100"/>
              </a:xfrm>
            </p:grpSpPr>
            <p:sp>
              <p:nvSpPr>
                <p:cNvPr id="1176" name="Google Shape;1176;p3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8" name="Google Shape;1178;p37"/>
              <p:cNvGrpSpPr/>
              <p:nvPr/>
            </p:nvGrpSpPr>
            <p:grpSpPr>
              <a:xfrm rot="10800000">
                <a:off x="1700151" y="5032693"/>
                <a:ext cx="161977" cy="161940"/>
                <a:chOff x="1101075" y="2142375"/>
                <a:chExt cx="439200" cy="439100"/>
              </a:xfrm>
            </p:grpSpPr>
            <p:sp>
              <p:nvSpPr>
                <p:cNvPr id="1179" name="Google Shape;1179;p3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81" name="Google Shape;1181;p37"/>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37"/>
          <p:cNvGrpSpPr/>
          <p:nvPr/>
        </p:nvGrpSpPr>
        <p:grpSpPr>
          <a:xfrm>
            <a:off x="6400125" y="-1754449"/>
            <a:ext cx="4189199" cy="3065874"/>
            <a:chOff x="6171525" y="-1678249"/>
            <a:chExt cx="4189199" cy="3065874"/>
          </a:xfrm>
        </p:grpSpPr>
        <p:sp>
          <p:nvSpPr>
            <p:cNvPr id="1183" name="Google Shape;1183;p37"/>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84" name="Google Shape;1184;p37"/>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185" name="Google Shape;1185;p37"/>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6" name="Google Shape;1186;p37"/>
            <p:cNvGrpSpPr/>
            <p:nvPr/>
          </p:nvGrpSpPr>
          <p:grpSpPr>
            <a:xfrm rot="-2700000">
              <a:off x="8302147" y="61289"/>
              <a:ext cx="582044" cy="582419"/>
              <a:chOff x="959750" y="3039275"/>
              <a:chExt cx="582050" cy="582425"/>
            </a:xfrm>
          </p:grpSpPr>
          <p:sp>
            <p:nvSpPr>
              <p:cNvPr id="1187" name="Google Shape;1187;p3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4" name="Google Shape;1194;p37"/>
            <p:cNvGrpSpPr/>
            <p:nvPr/>
          </p:nvGrpSpPr>
          <p:grpSpPr>
            <a:xfrm rot="-2700000">
              <a:off x="8551447" y="61289"/>
              <a:ext cx="582044" cy="582419"/>
              <a:chOff x="959750" y="3039275"/>
              <a:chExt cx="582050" cy="582425"/>
            </a:xfrm>
          </p:grpSpPr>
          <p:sp>
            <p:nvSpPr>
              <p:cNvPr id="1195" name="Google Shape;1195;p3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02" name="Google Shape;1202;p37"/>
          <p:cNvGrpSpPr/>
          <p:nvPr/>
        </p:nvGrpSpPr>
        <p:grpSpPr>
          <a:xfrm rot="2700000">
            <a:off x="8945322" y="2352177"/>
            <a:ext cx="439196" cy="439096"/>
            <a:chOff x="1101075" y="2142375"/>
            <a:chExt cx="439200" cy="439100"/>
          </a:xfrm>
        </p:grpSpPr>
        <p:sp>
          <p:nvSpPr>
            <p:cNvPr id="1203" name="Google Shape;1203;p3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5" name="Google Shape;1205;p37"/>
          <p:cNvGrpSpPr/>
          <p:nvPr/>
        </p:nvGrpSpPr>
        <p:grpSpPr>
          <a:xfrm rot="10800000">
            <a:off x="4995775" y="180626"/>
            <a:ext cx="4558967" cy="134100"/>
            <a:chOff x="796100" y="3019701"/>
            <a:chExt cx="4558967" cy="134100"/>
          </a:xfrm>
        </p:grpSpPr>
        <p:sp>
          <p:nvSpPr>
            <p:cNvPr id="1206" name="Google Shape;1206;p3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07" name="Google Shape;1207;p3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08" name="Google Shape;1208;p3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209"/>
        <p:cNvGrpSpPr/>
        <p:nvPr/>
      </p:nvGrpSpPr>
      <p:grpSpPr>
        <a:xfrm>
          <a:off x="0" y="0"/>
          <a:ext cx="0" cy="0"/>
          <a:chOff x="0" y="0"/>
          <a:chExt cx="0" cy="0"/>
        </a:xfrm>
      </p:grpSpPr>
      <p:sp>
        <p:nvSpPr>
          <p:cNvPr id="1210" name="Google Shape;1210;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211" name="Google Shape;1211;p38"/>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2" name="Google Shape;1212;p38"/>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3" name="Google Shape;1213;p38"/>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4" name="Google Shape;1214;p38"/>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5" name="Google Shape;1215;p38"/>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16" name="Google Shape;1216;p38"/>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17" name="Google Shape;1217;p38"/>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18" name="Google Shape;1218;p38"/>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219" name="Google Shape;1219;p38"/>
          <p:cNvGrpSpPr/>
          <p:nvPr/>
        </p:nvGrpSpPr>
        <p:grpSpPr>
          <a:xfrm>
            <a:off x="-2902027" y="1271890"/>
            <a:ext cx="6191222" cy="6191222"/>
            <a:chOff x="-2825827" y="1271890"/>
            <a:chExt cx="6191222" cy="6191222"/>
          </a:xfrm>
        </p:grpSpPr>
        <p:pic>
          <p:nvPicPr>
            <p:cNvPr id="1220" name="Google Shape;1220;p38"/>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221" name="Google Shape;1221;p38"/>
            <p:cNvGrpSpPr/>
            <p:nvPr/>
          </p:nvGrpSpPr>
          <p:grpSpPr>
            <a:xfrm>
              <a:off x="-2825827" y="1271890"/>
              <a:ext cx="6191222" cy="6191222"/>
              <a:chOff x="-2825827" y="1271890"/>
              <a:chExt cx="6191222" cy="6191222"/>
            </a:xfrm>
          </p:grpSpPr>
          <p:sp>
            <p:nvSpPr>
              <p:cNvPr id="1222" name="Google Shape;1222;p38"/>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8"/>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4" name="Google Shape;1224;p38"/>
              <p:cNvGrpSpPr/>
              <p:nvPr/>
            </p:nvGrpSpPr>
            <p:grpSpPr>
              <a:xfrm rot="10800000">
                <a:off x="384881" y="3042905"/>
                <a:ext cx="134100" cy="134100"/>
                <a:chOff x="-1999139" y="3143772"/>
                <a:chExt cx="134100" cy="134100"/>
              </a:xfrm>
            </p:grpSpPr>
            <p:sp>
              <p:nvSpPr>
                <p:cNvPr id="1225" name="Google Shape;1225;p38"/>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8"/>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7" name="Google Shape;1227;p38"/>
              <p:cNvGrpSpPr/>
              <p:nvPr/>
            </p:nvGrpSpPr>
            <p:grpSpPr>
              <a:xfrm rot="10800000">
                <a:off x="146106" y="3710980"/>
                <a:ext cx="134100" cy="134100"/>
                <a:chOff x="-1999139" y="3143772"/>
                <a:chExt cx="134100" cy="134100"/>
              </a:xfrm>
            </p:grpSpPr>
            <p:sp>
              <p:nvSpPr>
                <p:cNvPr id="1228" name="Google Shape;1228;p38"/>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8"/>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0" name="Google Shape;1230;p38"/>
              <p:cNvGrpSpPr/>
              <p:nvPr/>
            </p:nvGrpSpPr>
            <p:grpSpPr>
              <a:xfrm>
                <a:off x="-102297" y="3780153"/>
                <a:ext cx="939901" cy="2449421"/>
                <a:chOff x="-102297" y="3780153"/>
                <a:chExt cx="939901" cy="2449421"/>
              </a:xfrm>
            </p:grpSpPr>
            <p:sp>
              <p:nvSpPr>
                <p:cNvPr id="1231" name="Google Shape;1231;p38"/>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8"/>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3" name="Google Shape;1233;p38"/>
                <p:cNvGrpSpPr/>
                <p:nvPr/>
              </p:nvGrpSpPr>
              <p:grpSpPr>
                <a:xfrm rot="10800000">
                  <a:off x="532825" y="5492502"/>
                  <a:ext cx="134004" cy="134004"/>
                  <a:chOff x="8356813" y="1074288"/>
                  <a:chExt cx="351900" cy="351900"/>
                </a:xfrm>
              </p:grpSpPr>
              <p:sp>
                <p:nvSpPr>
                  <p:cNvPr id="1234" name="Google Shape;1234;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236" name="Google Shape;1236;p38"/>
          <p:cNvGrpSpPr/>
          <p:nvPr/>
        </p:nvGrpSpPr>
        <p:grpSpPr>
          <a:xfrm>
            <a:off x="5650173" y="-1036475"/>
            <a:ext cx="6191222" cy="6865137"/>
            <a:chOff x="5497773" y="-1036475"/>
            <a:chExt cx="6191222" cy="6865137"/>
          </a:xfrm>
        </p:grpSpPr>
        <p:grpSp>
          <p:nvGrpSpPr>
            <p:cNvPr id="1237" name="Google Shape;1237;p38"/>
            <p:cNvGrpSpPr/>
            <p:nvPr/>
          </p:nvGrpSpPr>
          <p:grpSpPr>
            <a:xfrm>
              <a:off x="5497773" y="-362560"/>
              <a:ext cx="6191222" cy="6191222"/>
              <a:chOff x="5584373" y="-362560"/>
              <a:chExt cx="6191222" cy="6191222"/>
            </a:xfrm>
          </p:grpSpPr>
          <p:grpSp>
            <p:nvGrpSpPr>
              <p:cNvPr id="1238" name="Google Shape;1238;p38"/>
              <p:cNvGrpSpPr/>
              <p:nvPr/>
            </p:nvGrpSpPr>
            <p:grpSpPr>
              <a:xfrm>
                <a:off x="5584373" y="-362560"/>
                <a:ext cx="6191222" cy="6191222"/>
                <a:chOff x="5443673" y="-405860"/>
                <a:chExt cx="6191222" cy="6191222"/>
              </a:xfrm>
            </p:grpSpPr>
            <p:sp>
              <p:nvSpPr>
                <p:cNvPr id="1239" name="Google Shape;1239;p38"/>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8"/>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8"/>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8"/>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3" name="Google Shape;1243;p38"/>
              <p:cNvGrpSpPr/>
              <p:nvPr/>
            </p:nvGrpSpPr>
            <p:grpSpPr>
              <a:xfrm>
                <a:off x="8430786" y="3923547"/>
                <a:ext cx="134100" cy="134100"/>
                <a:chOff x="-1999139" y="3143772"/>
                <a:chExt cx="134100" cy="134100"/>
              </a:xfrm>
            </p:grpSpPr>
            <p:sp>
              <p:nvSpPr>
                <p:cNvPr id="1244" name="Google Shape;1244;p38"/>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8"/>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6" name="Google Shape;1246;p38"/>
              <p:cNvGrpSpPr/>
              <p:nvPr/>
            </p:nvGrpSpPr>
            <p:grpSpPr>
              <a:xfrm>
                <a:off x="8669561" y="3255472"/>
                <a:ext cx="134100" cy="134100"/>
                <a:chOff x="-1999139" y="3143772"/>
                <a:chExt cx="134100" cy="134100"/>
              </a:xfrm>
            </p:grpSpPr>
            <p:sp>
              <p:nvSpPr>
                <p:cNvPr id="1247" name="Google Shape;1247;p38"/>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8"/>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9" name="Google Shape;1249;p38"/>
              <p:cNvGrpSpPr/>
              <p:nvPr/>
            </p:nvGrpSpPr>
            <p:grpSpPr>
              <a:xfrm>
                <a:off x="8612986" y="311022"/>
                <a:ext cx="134004" cy="134004"/>
                <a:chOff x="8356813" y="1074288"/>
                <a:chExt cx="351900" cy="351900"/>
              </a:xfrm>
            </p:grpSpPr>
            <p:sp>
              <p:nvSpPr>
                <p:cNvPr id="1250" name="Google Shape;125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52" name="Google Shape;1252;p38"/>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53" name="Google Shape;1253;p38"/>
          <p:cNvGrpSpPr/>
          <p:nvPr/>
        </p:nvGrpSpPr>
        <p:grpSpPr>
          <a:xfrm>
            <a:off x="3983988" y="4933175"/>
            <a:ext cx="667916" cy="439200"/>
            <a:chOff x="3983988" y="4933175"/>
            <a:chExt cx="667916" cy="439200"/>
          </a:xfrm>
        </p:grpSpPr>
        <p:grpSp>
          <p:nvGrpSpPr>
            <p:cNvPr id="1254" name="Google Shape;1254;p38"/>
            <p:cNvGrpSpPr/>
            <p:nvPr/>
          </p:nvGrpSpPr>
          <p:grpSpPr>
            <a:xfrm rot="5400000">
              <a:off x="3983938" y="4933225"/>
              <a:ext cx="439200" cy="439100"/>
              <a:chOff x="1101075" y="2142375"/>
              <a:chExt cx="439200" cy="439100"/>
            </a:xfrm>
          </p:grpSpPr>
          <p:sp>
            <p:nvSpPr>
              <p:cNvPr id="1255" name="Google Shape;1255;p3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38"/>
            <p:cNvGrpSpPr/>
            <p:nvPr/>
          </p:nvGrpSpPr>
          <p:grpSpPr>
            <a:xfrm rot="5400000">
              <a:off x="4423062" y="5038369"/>
              <a:ext cx="228867" cy="228815"/>
              <a:chOff x="1101075" y="2142375"/>
              <a:chExt cx="439200" cy="439100"/>
            </a:xfrm>
          </p:grpSpPr>
          <p:sp>
            <p:nvSpPr>
              <p:cNvPr id="1258" name="Google Shape;1258;p3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60"/>
        <p:cNvGrpSpPr/>
        <p:nvPr/>
      </p:nvGrpSpPr>
      <p:grpSpPr>
        <a:xfrm>
          <a:off x="0" y="0"/>
          <a:ext cx="0" cy="0"/>
          <a:chOff x="0" y="0"/>
          <a:chExt cx="0" cy="0"/>
        </a:xfrm>
      </p:grpSpPr>
      <p:sp>
        <p:nvSpPr>
          <p:cNvPr id="1261" name="Google Shape;1261;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262" name="Google Shape;1262;p39"/>
          <p:cNvSpPr txBox="1">
            <a:spLocks noGrp="1"/>
          </p:cNvSpPr>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3" name="Google Shape;1263;p39"/>
          <p:cNvSpPr txBox="1">
            <a:spLocks noGrp="1"/>
          </p:cNvSpPr>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4" name="Google Shape;1264;p39"/>
          <p:cNvSpPr txBox="1">
            <a:spLocks noGrp="1"/>
          </p:cNvSpPr>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5" name="Google Shape;1265;p39"/>
          <p:cNvSpPr txBox="1">
            <a:spLocks noGrp="1"/>
          </p:cNvSpPr>
          <p:nvPr>
            <p:ph type="subTitle" idx="4"/>
          </p:nvPr>
        </p:nvSpPr>
        <p:spPr>
          <a:xfrm>
            <a:off x="3469872" y="3859222"/>
            <a:ext cx="2204100" cy="572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6" name="Google Shape;1266;p39"/>
          <p:cNvSpPr txBox="1">
            <a:spLocks noGrp="1"/>
          </p:cNvSpPr>
          <p:nvPr>
            <p:ph type="subTitle" idx="5"/>
          </p:nvPr>
        </p:nvSpPr>
        <p:spPr>
          <a:xfrm>
            <a:off x="6219751" y="2113784"/>
            <a:ext cx="2204100" cy="572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7" name="Google Shape;1267;p39"/>
          <p:cNvSpPr txBox="1">
            <a:spLocks noGrp="1"/>
          </p:cNvSpPr>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8" name="Google Shape;1268;p39"/>
          <p:cNvSpPr txBox="1">
            <a:spLocks noGrp="1"/>
          </p:cNvSpPr>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69" name="Google Shape;1269;p39"/>
          <p:cNvSpPr txBox="1">
            <a:spLocks noGrp="1"/>
          </p:cNvSpPr>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70" name="Google Shape;1270;p39"/>
          <p:cNvSpPr txBox="1">
            <a:spLocks noGrp="1"/>
          </p:cNvSpPr>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71" name="Google Shape;1271;p39"/>
          <p:cNvSpPr txBox="1">
            <a:spLocks noGrp="1"/>
          </p:cNvSpPr>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72" name="Google Shape;1272;p39"/>
          <p:cNvSpPr txBox="1">
            <a:spLocks noGrp="1"/>
          </p:cNvSpPr>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73" name="Google Shape;1273;p39"/>
          <p:cNvSpPr txBox="1">
            <a:spLocks noGrp="1"/>
          </p:cNvSpPr>
          <p:nvPr>
            <p:ph type="subTitle" idx="15"/>
          </p:nvPr>
        </p:nvSpPr>
        <p:spPr>
          <a:xfrm>
            <a:off x="6219752" y="3533123"/>
            <a:ext cx="2204100" cy="4023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274" name="Google Shape;1274;p39"/>
          <p:cNvGrpSpPr/>
          <p:nvPr/>
        </p:nvGrpSpPr>
        <p:grpSpPr>
          <a:xfrm>
            <a:off x="6102850" y="-1735180"/>
            <a:ext cx="4625025" cy="4171657"/>
            <a:chOff x="6026650" y="-1658980"/>
            <a:chExt cx="4625025" cy="4171657"/>
          </a:xfrm>
        </p:grpSpPr>
        <p:pic>
          <p:nvPicPr>
            <p:cNvPr id="1275" name="Google Shape;1275;p39"/>
            <p:cNvPicPr preferRelativeResize="0"/>
            <p:nvPr/>
          </p:nvPicPr>
          <p:blipFill rotWithShape="1">
            <a:blip r:embed="rId2">
              <a:alphaModFix/>
            </a:blip>
            <a:srcRect l="16960" t="24718" r="7121" b="26177"/>
            <a:stretch/>
          </p:blipFill>
          <p:spPr>
            <a:xfrm>
              <a:off x="7361325" y="-596625"/>
              <a:ext cx="2441950" cy="1863749"/>
            </a:xfrm>
            <a:prstGeom prst="rect">
              <a:avLst/>
            </a:prstGeom>
            <a:noFill/>
            <a:ln>
              <a:noFill/>
            </a:ln>
          </p:spPr>
        </p:pic>
        <p:grpSp>
          <p:nvGrpSpPr>
            <p:cNvPr id="1276" name="Google Shape;1276;p39"/>
            <p:cNvGrpSpPr/>
            <p:nvPr/>
          </p:nvGrpSpPr>
          <p:grpSpPr>
            <a:xfrm rot="-2700000" flipH="1">
              <a:off x="7289785" y="-1246897"/>
              <a:ext cx="2552124" cy="3347490"/>
              <a:chOff x="2976325" y="908175"/>
              <a:chExt cx="4028179" cy="5283555"/>
            </a:xfrm>
          </p:grpSpPr>
          <p:sp>
            <p:nvSpPr>
              <p:cNvPr id="1277" name="Google Shape;1277;p39"/>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9"/>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9"/>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 name="Google Shape;1280;p39"/>
            <p:cNvGrpSpPr/>
            <p:nvPr/>
          </p:nvGrpSpPr>
          <p:grpSpPr>
            <a:xfrm>
              <a:off x="6026650" y="-49075"/>
              <a:ext cx="803471" cy="494095"/>
              <a:chOff x="6394675" y="-49075"/>
              <a:chExt cx="803471" cy="494095"/>
            </a:xfrm>
          </p:grpSpPr>
          <p:sp>
            <p:nvSpPr>
              <p:cNvPr id="1281" name="Google Shape;1281;p39"/>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9"/>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83" name="Google Shape;1283;p39"/>
          <p:cNvGrpSpPr/>
          <p:nvPr/>
        </p:nvGrpSpPr>
        <p:grpSpPr>
          <a:xfrm>
            <a:off x="-1089100" y="4200325"/>
            <a:ext cx="5368850" cy="1863749"/>
            <a:chOff x="-1089100" y="4200325"/>
            <a:chExt cx="5368850" cy="1863749"/>
          </a:xfrm>
        </p:grpSpPr>
        <p:grpSp>
          <p:nvGrpSpPr>
            <p:cNvPr id="1284" name="Google Shape;1284;p39"/>
            <p:cNvGrpSpPr/>
            <p:nvPr/>
          </p:nvGrpSpPr>
          <p:grpSpPr>
            <a:xfrm>
              <a:off x="-185037" y="4598363"/>
              <a:ext cx="904666" cy="726121"/>
              <a:chOff x="7945225" y="4302000"/>
              <a:chExt cx="904666" cy="726121"/>
            </a:xfrm>
          </p:grpSpPr>
          <p:sp>
            <p:nvSpPr>
              <p:cNvPr id="1285" name="Google Shape;1285;p3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88" name="Google Shape;1288;p39"/>
            <p:cNvPicPr preferRelativeResize="0"/>
            <p:nvPr/>
          </p:nvPicPr>
          <p:blipFill rotWithShape="1">
            <a:blip r:embed="rId2">
              <a:alphaModFix/>
            </a:blip>
            <a:srcRect l="16960" t="24718" r="7121" b="26177"/>
            <a:stretch/>
          </p:blipFill>
          <p:spPr>
            <a:xfrm>
              <a:off x="1837800" y="4200325"/>
              <a:ext cx="2441950" cy="1863749"/>
            </a:xfrm>
            <a:prstGeom prst="rect">
              <a:avLst/>
            </a:prstGeom>
            <a:noFill/>
            <a:ln>
              <a:noFill/>
            </a:ln>
          </p:spPr>
        </p:pic>
        <p:grpSp>
          <p:nvGrpSpPr>
            <p:cNvPr id="1289" name="Google Shape;1289;p39"/>
            <p:cNvGrpSpPr/>
            <p:nvPr/>
          </p:nvGrpSpPr>
          <p:grpSpPr>
            <a:xfrm rot="-2700000">
              <a:off x="390377" y="4688868"/>
              <a:ext cx="299453" cy="545119"/>
              <a:chOff x="-66426" y="1151064"/>
              <a:chExt cx="299455" cy="545125"/>
            </a:xfrm>
          </p:grpSpPr>
          <p:grpSp>
            <p:nvGrpSpPr>
              <p:cNvPr id="1290" name="Google Shape;1290;p39"/>
              <p:cNvGrpSpPr/>
              <p:nvPr/>
            </p:nvGrpSpPr>
            <p:grpSpPr>
              <a:xfrm>
                <a:off x="-66426" y="1396564"/>
                <a:ext cx="299455" cy="299625"/>
                <a:chOff x="3678700" y="407275"/>
                <a:chExt cx="708100" cy="708500"/>
              </a:xfrm>
            </p:grpSpPr>
            <p:sp>
              <p:nvSpPr>
                <p:cNvPr id="1291" name="Google Shape;1291;p3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39"/>
              <p:cNvGrpSpPr/>
              <p:nvPr/>
            </p:nvGrpSpPr>
            <p:grpSpPr>
              <a:xfrm>
                <a:off x="-66426" y="1151064"/>
                <a:ext cx="299455" cy="299625"/>
                <a:chOff x="3678700" y="407275"/>
                <a:chExt cx="708100" cy="708500"/>
              </a:xfrm>
            </p:grpSpPr>
            <p:sp>
              <p:nvSpPr>
                <p:cNvPr id="1299" name="Google Shape;1299;p3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06" name="Google Shape;1306;p39"/>
            <p:cNvGrpSpPr/>
            <p:nvPr/>
          </p:nvGrpSpPr>
          <p:grpSpPr>
            <a:xfrm>
              <a:off x="-1089100" y="4894376"/>
              <a:ext cx="4558967" cy="134100"/>
              <a:chOff x="796100" y="3019701"/>
              <a:chExt cx="4558967" cy="134100"/>
            </a:xfrm>
          </p:grpSpPr>
          <p:sp>
            <p:nvSpPr>
              <p:cNvPr id="1307" name="Google Shape;1307;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08" name="Google Shape;1308;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309" name="Google Shape;1309;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310"/>
        <p:cNvGrpSpPr/>
        <p:nvPr/>
      </p:nvGrpSpPr>
      <p:grpSpPr>
        <a:xfrm>
          <a:off x="0" y="0"/>
          <a:ext cx="0" cy="0"/>
          <a:chOff x="0" y="0"/>
          <a:chExt cx="0" cy="0"/>
        </a:xfrm>
      </p:grpSpPr>
      <p:sp>
        <p:nvSpPr>
          <p:cNvPr id="1311" name="Google Shape;1311;p40"/>
          <p:cNvSpPr txBox="1">
            <a:spLocks noGrp="1"/>
          </p:cNvSpPr>
          <p:nvPr>
            <p:ph type="title" hasCustomPrompt="1"/>
          </p:nvPr>
        </p:nvSpPr>
        <p:spPr>
          <a:xfrm>
            <a:off x="2358450" y="664988"/>
            <a:ext cx="4696800" cy="768900"/>
          </a:xfrm>
          <a:prstGeom prst="rect">
            <a:avLst/>
          </a:prstGeom>
          <a:noFill/>
        </p:spPr>
        <p:txBody>
          <a:bodyPr spcFirstLastPara="1" wrap="square" lIns="91425" tIns="91425" rIns="91425" bIns="91425" anchor="b" anchorCtr="0">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2" name="Google Shape;1312;p40"/>
          <p:cNvSpPr txBox="1">
            <a:spLocks noGrp="1"/>
          </p:cNvSpPr>
          <p:nvPr>
            <p:ph type="subTitle" idx="1"/>
          </p:nvPr>
        </p:nvSpPr>
        <p:spPr>
          <a:xfrm>
            <a:off x="2358450" y="1282313"/>
            <a:ext cx="4696800" cy="598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13" name="Google Shape;1313;p40"/>
          <p:cNvSpPr txBox="1">
            <a:spLocks noGrp="1"/>
          </p:cNvSpPr>
          <p:nvPr>
            <p:ph type="title" idx="2" hasCustomPrompt="1"/>
          </p:nvPr>
        </p:nvSpPr>
        <p:spPr>
          <a:xfrm>
            <a:off x="2358450" y="2027244"/>
            <a:ext cx="4696800" cy="768900"/>
          </a:xfrm>
          <a:prstGeom prst="rect">
            <a:avLst/>
          </a:prstGeom>
          <a:noFill/>
        </p:spPr>
        <p:txBody>
          <a:bodyPr spcFirstLastPara="1" wrap="square" lIns="91425" tIns="91425" rIns="91425" bIns="91425" anchor="b" anchorCtr="0">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4" name="Google Shape;1314;p40"/>
          <p:cNvSpPr txBox="1">
            <a:spLocks noGrp="1"/>
          </p:cNvSpPr>
          <p:nvPr>
            <p:ph type="subTitle" idx="3"/>
          </p:nvPr>
        </p:nvSpPr>
        <p:spPr>
          <a:xfrm>
            <a:off x="2358450" y="2645558"/>
            <a:ext cx="4696800" cy="598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15" name="Google Shape;1315;p40"/>
          <p:cNvSpPr txBox="1">
            <a:spLocks noGrp="1"/>
          </p:cNvSpPr>
          <p:nvPr>
            <p:ph type="title" idx="4" hasCustomPrompt="1"/>
          </p:nvPr>
        </p:nvSpPr>
        <p:spPr>
          <a:xfrm>
            <a:off x="2358450" y="3390475"/>
            <a:ext cx="4696800" cy="768900"/>
          </a:xfrm>
          <a:prstGeom prst="rect">
            <a:avLst/>
          </a:prstGeom>
          <a:noFill/>
        </p:spPr>
        <p:txBody>
          <a:bodyPr spcFirstLastPara="1" wrap="square" lIns="91425" tIns="91425" rIns="91425" bIns="91425" anchor="b" anchorCtr="0">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6" name="Google Shape;1316;p40"/>
          <p:cNvSpPr txBox="1">
            <a:spLocks noGrp="1"/>
          </p:cNvSpPr>
          <p:nvPr>
            <p:ph type="subTitle" idx="5"/>
          </p:nvPr>
        </p:nvSpPr>
        <p:spPr>
          <a:xfrm>
            <a:off x="2358450" y="4009779"/>
            <a:ext cx="4696800" cy="598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1317" name="Google Shape;1317;p40"/>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8" name="Google Shape;1318;p40"/>
          <p:cNvGrpSpPr/>
          <p:nvPr/>
        </p:nvGrpSpPr>
        <p:grpSpPr>
          <a:xfrm rot="5400000">
            <a:off x="8359950" y="-226050"/>
            <a:ext cx="439200" cy="439100"/>
            <a:chOff x="1101075" y="2142375"/>
            <a:chExt cx="439200" cy="439100"/>
          </a:xfrm>
        </p:grpSpPr>
        <p:sp>
          <p:nvSpPr>
            <p:cNvPr id="1319" name="Google Shape;1319;p4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1" name="Google Shape;1321;p40"/>
          <p:cNvGrpSpPr/>
          <p:nvPr/>
        </p:nvGrpSpPr>
        <p:grpSpPr>
          <a:xfrm>
            <a:off x="-903250" y="4838101"/>
            <a:ext cx="4558967" cy="134100"/>
            <a:chOff x="796100" y="3019701"/>
            <a:chExt cx="4558967" cy="134100"/>
          </a:xfrm>
        </p:grpSpPr>
        <p:sp>
          <p:nvSpPr>
            <p:cNvPr id="1322" name="Google Shape;1322;p40"/>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23" name="Google Shape;1323;p40"/>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324" name="Google Shape;1324;p40"/>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1325"/>
        <p:cNvGrpSpPr/>
        <p:nvPr/>
      </p:nvGrpSpPr>
      <p:grpSpPr>
        <a:xfrm>
          <a:off x="0" y="0"/>
          <a:ext cx="0" cy="0"/>
          <a:chOff x="0" y="0"/>
          <a:chExt cx="0" cy="0"/>
        </a:xfrm>
      </p:grpSpPr>
      <p:sp>
        <p:nvSpPr>
          <p:cNvPr id="1326" name="Google Shape;1326;p41"/>
          <p:cNvSpPr txBox="1">
            <a:spLocks noGrp="1"/>
          </p:cNvSpPr>
          <p:nvPr>
            <p:ph type="subTitle" idx="1"/>
          </p:nvPr>
        </p:nvSpPr>
        <p:spPr>
          <a:xfrm>
            <a:off x="1157250" y="1609575"/>
            <a:ext cx="4448100" cy="1239300"/>
          </a:xfrm>
          <a:prstGeom prst="rect">
            <a:avLst/>
          </a:prstGeom>
        </p:spPr>
        <p:txBody>
          <a:bodyPr spcFirstLastPara="1" wrap="square" lIns="91425" tIns="91425" rIns="91425" bIns="91425" anchor="t" anchorCtr="0">
            <a:noAutofit/>
          </a:bodyPr>
          <a:lstStyle>
            <a:lvl1pPr lvl="0">
              <a:spcBef>
                <a:spcPts val="0"/>
              </a:spcBef>
              <a:spcAft>
                <a:spcPts val="0"/>
              </a:spcAft>
              <a:buSzPts val="2500"/>
              <a:buFont typeface="IBM Plex Mono"/>
              <a:buNone/>
              <a:defRPr sz="2000" b="1">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7" name="Google Shape;1327;p41"/>
          <p:cNvSpPr txBox="1">
            <a:spLocks noGrp="1"/>
          </p:cNvSpPr>
          <p:nvPr>
            <p:ph type="title"/>
          </p:nvPr>
        </p:nvSpPr>
        <p:spPr>
          <a:xfrm>
            <a:off x="1157302" y="494775"/>
            <a:ext cx="5126700" cy="1058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6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1328" name="Google Shape;1328;p41"/>
          <p:cNvGrpSpPr/>
          <p:nvPr/>
        </p:nvGrpSpPr>
        <p:grpSpPr>
          <a:xfrm>
            <a:off x="-291585" y="-494819"/>
            <a:ext cx="1448824" cy="2238804"/>
            <a:chOff x="-308635" y="-494819"/>
            <a:chExt cx="1448824" cy="2238804"/>
          </a:xfrm>
        </p:grpSpPr>
        <p:grpSp>
          <p:nvGrpSpPr>
            <p:cNvPr id="1329" name="Google Shape;1329;p41"/>
            <p:cNvGrpSpPr/>
            <p:nvPr/>
          </p:nvGrpSpPr>
          <p:grpSpPr>
            <a:xfrm>
              <a:off x="-275757" y="-242066"/>
              <a:ext cx="981772" cy="1986051"/>
              <a:chOff x="-293545" y="3454371"/>
              <a:chExt cx="981772" cy="1986051"/>
            </a:xfrm>
          </p:grpSpPr>
          <p:sp>
            <p:nvSpPr>
              <p:cNvPr id="1330" name="Google Shape;1330;p41"/>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1"/>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2" name="Google Shape;1332;p41"/>
            <p:cNvGrpSpPr/>
            <p:nvPr/>
          </p:nvGrpSpPr>
          <p:grpSpPr>
            <a:xfrm>
              <a:off x="364499" y="794648"/>
              <a:ext cx="699940" cy="478601"/>
              <a:chOff x="39722" y="4349021"/>
              <a:chExt cx="1061964" cy="726143"/>
            </a:xfrm>
          </p:grpSpPr>
          <p:grpSp>
            <p:nvGrpSpPr>
              <p:cNvPr id="1333" name="Google Shape;1333;p41"/>
              <p:cNvGrpSpPr/>
              <p:nvPr/>
            </p:nvGrpSpPr>
            <p:grpSpPr>
              <a:xfrm rot="2700000">
                <a:off x="140502" y="4460924"/>
                <a:ext cx="524584" cy="502337"/>
                <a:chOff x="1189791" y="-1767331"/>
                <a:chExt cx="904284" cy="865933"/>
              </a:xfrm>
            </p:grpSpPr>
            <p:sp>
              <p:nvSpPr>
                <p:cNvPr id="1334" name="Google Shape;1334;p41"/>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5" name="Google Shape;1335;p41"/>
                <p:cNvGrpSpPr/>
                <p:nvPr/>
              </p:nvGrpSpPr>
              <p:grpSpPr>
                <a:xfrm>
                  <a:off x="1232795" y="-1740829"/>
                  <a:ext cx="717621" cy="717392"/>
                  <a:chOff x="1483457" y="3953671"/>
                  <a:chExt cx="717621" cy="717392"/>
                </a:xfrm>
              </p:grpSpPr>
              <p:sp>
                <p:nvSpPr>
                  <p:cNvPr id="1336" name="Google Shape;1336;p4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41" name="Google Shape;1341;p41"/>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2" name="Google Shape;1342;p41"/>
            <p:cNvGrpSpPr/>
            <p:nvPr/>
          </p:nvGrpSpPr>
          <p:grpSpPr>
            <a:xfrm rot="-5400000">
              <a:off x="-460623" y="-342832"/>
              <a:ext cx="1351491" cy="1047516"/>
              <a:chOff x="-2460210" y="2758493"/>
              <a:chExt cx="1351491" cy="1047516"/>
            </a:xfrm>
          </p:grpSpPr>
          <p:sp>
            <p:nvSpPr>
              <p:cNvPr id="1343" name="Google Shape;1343;p41"/>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1"/>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1"/>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1"/>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7" name="Google Shape;1347;p41"/>
            <p:cNvGrpSpPr/>
            <p:nvPr/>
          </p:nvGrpSpPr>
          <p:grpSpPr>
            <a:xfrm>
              <a:off x="440249" y="455173"/>
              <a:ext cx="699940" cy="478601"/>
              <a:chOff x="39722" y="4349021"/>
              <a:chExt cx="1061964" cy="726143"/>
            </a:xfrm>
          </p:grpSpPr>
          <p:grpSp>
            <p:nvGrpSpPr>
              <p:cNvPr id="1348" name="Google Shape;1348;p41"/>
              <p:cNvGrpSpPr/>
              <p:nvPr/>
            </p:nvGrpSpPr>
            <p:grpSpPr>
              <a:xfrm rot="2700000">
                <a:off x="140502" y="4460924"/>
                <a:ext cx="524584" cy="502337"/>
                <a:chOff x="1189791" y="-1767331"/>
                <a:chExt cx="904284" cy="865933"/>
              </a:xfrm>
            </p:grpSpPr>
            <p:sp>
              <p:nvSpPr>
                <p:cNvPr id="1349" name="Google Shape;1349;p41"/>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0" name="Google Shape;1350;p41"/>
                <p:cNvGrpSpPr/>
                <p:nvPr/>
              </p:nvGrpSpPr>
              <p:grpSpPr>
                <a:xfrm>
                  <a:off x="1232795" y="-1740829"/>
                  <a:ext cx="717621" cy="717392"/>
                  <a:chOff x="1483457" y="3953671"/>
                  <a:chExt cx="717621" cy="717392"/>
                </a:xfrm>
              </p:grpSpPr>
              <p:sp>
                <p:nvSpPr>
                  <p:cNvPr id="1351" name="Google Shape;1351;p4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6" name="Google Shape;1356;p41"/>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7" name="Google Shape;1357;p41"/>
            <p:cNvGrpSpPr/>
            <p:nvPr/>
          </p:nvGrpSpPr>
          <p:grpSpPr>
            <a:xfrm>
              <a:off x="-63826" y="511661"/>
              <a:ext cx="699940" cy="478601"/>
              <a:chOff x="39722" y="4349021"/>
              <a:chExt cx="1061964" cy="726143"/>
            </a:xfrm>
          </p:grpSpPr>
          <p:grpSp>
            <p:nvGrpSpPr>
              <p:cNvPr id="1358" name="Google Shape;1358;p41"/>
              <p:cNvGrpSpPr/>
              <p:nvPr/>
            </p:nvGrpSpPr>
            <p:grpSpPr>
              <a:xfrm rot="2700000">
                <a:off x="140502" y="4460924"/>
                <a:ext cx="524584" cy="502337"/>
                <a:chOff x="1189791" y="-1767331"/>
                <a:chExt cx="904284" cy="865933"/>
              </a:xfrm>
            </p:grpSpPr>
            <p:sp>
              <p:nvSpPr>
                <p:cNvPr id="1359" name="Google Shape;1359;p41"/>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0" name="Google Shape;1360;p41"/>
                <p:cNvGrpSpPr/>
                <p:nvPr/>
              </p:nvGrpSpPr>
              <p:grpSpPr>
                <a:xfrm>
                  <a:off x="1232795" y="-1740829"/>
                  <a:ext cx="717621" cy="717392"/>
                  <a:chOff x="1483457" y="3953671"/>
                  <a:chExt cx="717621" cy="717392"/>
                </a:xfrm>
              </p:grpSpPr>
              <p:sp>
                <p:nvSpPr>
                  <p:cNvPr id="1361" name="Google Shape;1361;p4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66" name="Google Shape;1366;p41"/>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67" name="Google Shape;1367;p41"/>
          <p:cNvGrpSpPr/>
          <p:nvPr/>
        </p:nvGrpSpPr>
        <p:grpSpPr>
          <a:xfrm>
            <a:off x="2659712" y="4275400"/>
            <a:ext cx="4952059" cy="2992224"/>
            <a:chOff x="2659712" y="4275400"/>
            <a:chExt cx="4952059" cy="2992224"/>
          </a:xfrm>
        </p:grpSpPr>
        <p:pic>
          <p:nvPicPr>
            <p:cNvPr id="1368" name="Google Shape;1368;p41"/>
            <p:cNvPicPr preferRelativeResize="0"/>
            <p:nvPr/>
          </p:nvPicPr>
          <p:blipFill rotWithShape="1">
            <a:blip r:embed="rId2">
              <a:alphaModFix/>
            </a:blip>
            <a:srcRect l="16960" t="24718" r="7121" b="26177"/>
            <a:stretch/>
          </p:blipFill>
          <p:spPr>
            <a:xfrm rot="10800000">
              <a:off x="2659712" y="4275400"/>
              <a:ext cx="3549051" cy="2992224"/>
            </a:xfrm>
            <a:prstGeom prst="rect">
              <a:avLst/>
            </a:prstGeom>
            <a:noFill/>
            <a:ln>
              <a:noFill/>
            </a:ln>
          </p:spPr>
        </p:pic>
        <p:grpSp>
          <p:nvGrpSpPr>
            <p:cNvPr id="1369" name="Google Shape;1369;p41"/>
            <p:cNvGrpSpPr/>
            <p:nvPr/>
          </p:nvGrpSpPr>
          <p:grpSpPr>
            <a:xfrm rot="-5400000">
              <a:off x="3258038" y="4413859"/>
              <a:ext cx="906953" cy="1517787"/>
              <a:chOff x="79748" y="2808602"/>
              <a:chExt cx="906953" cy="1517787"/>
            </a:xfrm>
          </p:grpSpPr>
          <p:sp>
            <p:nvSpPr>
              <p:cNvPr id="1370" name="Google Shape;1370;p41"/>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1"/>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1"/>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1"/>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41"/>
            <p:cNvGrpSpPr/>
            <p:nvPr/>
          </p:nvGrpSpPr>
          <p:grpSpPr>
            <a:xfrm rot="5400000">
              <a:off x="5484569" y="3756062"/>
              <a:ext cx="1421047" cy="2833357"/>
              <a:chOff x="334358" y="2186737"/>
              <a:chExt cx="1421047" cy="2833357"/>
            </a:xfrm>
          </p:grpSpPr>
          <p:sp>
            <p:nvSpPr>
              <p:cNvPr id="1375" name="Google Shape;1375;p41"/>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6" name="Google Shape;1376;p41"/>
              <p:cNvGrpSpPr/>
              <p:nvPr/>
            </p:nvGrpSpPr>
            <p:grpSpPr>
              <a:xfrm rot="5400000">
                <a:off x="1046250" y="3181856"/>
                <a:ext cx="161977" cy="161940"/>
                <a:chOff x="1101075" y="2142375"/>
                <a:chExt cx="439200" cy="439100"/>
              </a:xfrm>
            </p:grpSpPr>
            <p:sp>
              <p:nvSpPr>
                <p:cNvPr id="1377" name="Google Shape;1377;p4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9" name="Google Shape;1379;p41"/>
              <p:cNvGrpSpPr/>
              <p:nvPr/>
            </p:nvGrpSpPr>
            <p:grpSpPr>
              <a:xfrm rot="-5400000">
                <a:off x="628029" y="4564272"/>
                <a:ext cx="161977" cy="161940"/>
                <a:chOff x="1101075" y="2142375"/>
                <a:chExt cx="439200" cy="439100"/>
              </a:xfrm>
            </p:grpSpPr>
            <p:sp>
              <p:nvSpPr>
                <p:cNvPr id="1380" name="Google Shape;1380;p4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1382" name="Google Shape;1382;p41"/>
          <p:cNvSpPr txBox="1"/>
          <p:nvPr/>
        </p:nvSpPr>
        <p:spPr>
          <a:xfrm>
            <a:off x="1157300" y="3476950"/>
            <a:ext cx="5320200" cy="605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r>
              <a:rPr lang="en" sz="1200" b="1">
                <a:solidFill>
                  <a:schemeClr val="dk1"/>
                </a:solidFill>
                <a:latin typeface="Poppins"/>
                <a:ea typeface="Poppins"/>
                <a:cs typeface="Poppins"/>
                <a:sym typeface="Poppins"/>
              </a:rPr>
              <a:t>CREDITS: </a:t>
            </a:r>
            <a:r>
              <a:rPr lang="en" sz="1200">
                <a:solidFill>
                  <a:schemeClr val="dk1"/>
                </a:solidFill>
                <a:latin typeface="Poppins"/>
                <a:ea typeface="Poppins"/>
                <a:cs typeface="Poppins"/>
                <a:sym typeface="Poppins"/>
              </a:rPr>
              <a:t>This presentation template was created by </a:t>
            </a:r>
            <a:r>
              <a:rPr lang="en" sz="1200" b="1" u="sng">
                <a:solidFill>
                  <a:schemeClr val="dk1"/>
                </a:solidFill>
                <a:latin typeface="Poppins"/>
                <a:ea typeface="Poppins"/>
                <a:cs typeface="Poppins"/>
                <a:sym typeface="Poppins"/>
                <a:hlinkClick r:id="rId3">
                  <a:extLst>
                    <a:ext uri="{A12FA001-AC4F-418D-AE19-62706E023703}">
                      <ahyp:hlinkClr xmlns:ahyp="http://schemas.microsoft.com/office/drawing/2018/hyperlinkcolor" val="tx"/>
                    </a:ext>
                  </a:extLst>
                </a:hlinkClick>
              </a:rPr>
              <a:t>Slidesgo</a:t>
            </a:r>
            <a:r>
              <a:rPr lang="en" sz="1200">
                <a:solidFill>
                  <a:schemeClr val="dk1"/>
                </a:solidFill>
                <a:latin typeface="Poppins"/>
                <a:ea typeface="Poppins"/>
                <a:cs typeface="Poppins"/>
                <a:sym typeface="Poppins"/>
              </a:rPr>
              <a:t>, and includes icons, infographics &amp; images by</a:t>
            </a:r>
            <a:r>
              <a:rPr lang="en" sz="1200" b="1">
                <a:solidFill>
                  <a:schemeClr val="dk1"/>
                </a:solidFill>
                <a:latin typeface="Poppins"/>
                <a:ea typeface="Poppins"/>
                <a:cs typeface="Poppins"/>
                <a:sym typeface="Poppins"/>
              </a:rPr>
              <a:t> </a:t>
            </a:r>
            <a:r>
              <a:rPr lang="en" sz="1200" b="1" u="sng">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Freepik</a:t>
            </a:r>
            <a:r>
              <a:rPr lang="en" sz="1200" b="1" u="sng">
                <a:solidFill>
                  <a:schemeClr val="dk1"/>
                </a:solidFill>
                <a:latin typeface="Poppins"/>
                <a:ea typeface="Poppins"/>
                <a:cs typeface="Poppins"/>
                <a:sym typeface="Poppins"/>
              </a:rPr>
              <a:t> </a:t>
            </a:r>
            <a:endParaRPr sz="1200" b="1" u="sng">
              <a:solidFill>
                <a:schemeClr val="dk1"/>
              </a:solidFill>
              <a:latin typeface="Poppins"/>
              <a:ea typeface="Poppins"/>
              <a:cs typeface="Poppins"/>
              <a:sym typeface="Poppi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83"/>
        <p:cNvGrpSpPr/>
        <p:nvPr/>
      </p:nvGrpSpPr>
      <p:grpSpPr>
        <a:xfrm>
          <a:off x="0" y="0"/>
          <a:ext cx="0" cy="0"/>
          <a:chOff x="0" y="0"/>
          <a:chExt cx="0" cy="0"/>
        </a:xfrm>
      </p:grpSpPr>
      <p:grpSp>
        <p:nvGrpSpPr>
          <p:cNvPr id="1384" name="Google Shape;1384;p42"/>
          <p:cNvGrpSpPr/>
          <p:nvPr/>
        </p:nvGrpSpPr>
        <p:grpSpPr>
          <a:xfrm>
            <a:off x="-623241" y="3925887"/>
            <a:ext cx="2833357" cy="1517787"/>
            <a:chOff x="-623241" y="3849687"/>
            <a:chExt cx="2833357" cy="1517787"/>
          </a:xfrm>
        </p:grpSpPr>
        <p:grpSp>
          <p:nvGrpSpPr>
            <p:cNvPr id="1385" name="Google Shape;1385;p42"/>
            <p:cNvGrpSpPr/>
            <p:nvPr/>
          </p:nvGrpSpPr>
          <p:grpSpPr>
            <a:xfrm rot="5400000">
              <a:off x="-879113" y="4155104"/>
              <a:ext cx="1517787" cy="906953"/>
              <a:chOff x="-55500" y="4835979"/>
              <a:chExt cx="1517787" cy="906953"/>
            </a:xfrm>
          </p:grpSpPr>
          <p:sp>
            <p:nvSpPr>
              <p:cNvPr id="1386" name="Google Shape;1386;p42"/>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2"/>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2"/>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2"/>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0" name="Google Shape;1390;p42"/>
            <p:cNvGrpSpPr/>
            <p:nvPr/>
          </p:nvGrpSpPr>
          <p:grpSpPr>
            <a:xfrm>
              <a:off x="-623241" y="3946426"/>
              <a:ext cx="2833357" cy="1421047"/>
              <a:chOff x="-677366" y="4067276"/>
              <a:chExt cx="2833357" cy="1421047"/>
            </a:xfrm>
          </p:grpSpPr>
          <p:sp>
            <p:nvSpPr>
              <p:cNvPr id="1391" name="Google Shape;1391;p42"/>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42"/>
              <p:cNvGrpSpPr/>
              <p:nvPr/>
            </p:nvGrpSpPr>
            <p:grpSpPr>
              <a:xfrm>
                <a:off x="317735" y="4614472"/>
                <a:ext cx="161977" cy="161940"/>
                <a:chOff x="1101075" y="2142375"/>
                <a:chExt cx="439200" cy="439100"/>
              </a:xfrm>
            </p:grpSpPr>
            <p:sp>
              <p:nvSpPr>
                <p:cNvPr id="1393" name="Google Shape;1393;p4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5" name="Google Shape;1395;p42"/>
              <p:cNvGrpSpPr/>
              <p:nvPr/>
            </p:nvGrpSpPr>
            <p:grpSpPr>
              <a:xfrm rot="10800000">
                <a:off x="1700151" y="5032693"/>
                <a:ext cx="161977" cy="161940"/>
                <a:chOff x="1101075" y="2142375"/>
                <a:chExt cx="439200" cy="439100"/>
              </a:xfrm>
            </p:grpSpPr>
            <p:sp>
              <p:nvSpPr>
                <p:cNvPr id="1396" name="Google Shape;1396;p4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98" name="Google Shape;1398;p42"/>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9" name="Google Shape;1399;p42"/>
          <p:cNvGrpSpPr/>
          <p:nvPr/>
        </p:nvGrpSpPr>
        <p:grpSpPr>
          <a:xfrm>
            <a:off x="6323925" y="-1678249"/>
            <a:ext cx="4189199" cy="3065874"/>
            <a:chOff x="6171525" y="-1678249"/>
            <a:chExt cx="4189199" cy="3065874"/>
          </a:xfrm>
        </p:grpSpPr>
        <p:sp>
          <p:nvSpPr>
            <p:cNvPr id="1400" name="Google Shape;1400;p42"/>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1" name="Google Shape;1401;p42"/>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402" name="Google Shape;1402;p42"/>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03" name="Google Shape;1403;p42"/>
            <p:cNvGrpSpPr/>
            <p:nvPr/>
          </p:nvGrpSpPr>
          <p:grpSpPr>
            <a:xfrm rot="-2700000">
              <a:off x="8302147" y="61289"/>
              <a:ext cx="582044" cy="582419"/>
              <a:chOff x="959750" y="3039275"/>
              <a:chExt cx="582050" cy="582425"/>
            </a:xfrm>
          </p:grpSpPr>
          <p:sp>
            <p:nvSpPr>
              <p:cNvPr id="1404" name="Google Shape;1404;p4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42"/>
            <p:cNvGrpSpPr/>
            <p:nvPr/>
          </p:nvGrpSpPr>
          <p:grpSpPr>
            <a:xfrm rot="-2700000">
              <a:off x="8551447" y="61289"/>
              <a:ext cx="582044" cy="582419"/>
              <a:chOff x="959750" y="3039275"/>
              <a:chExt cx="582050" cy="582425"/>
            </a:xfrm>
          </p:grpSpPr>
          <p:sp>
            <p:nvSpPr>
              <p:cNvPr id="1412" name="Google Shape;1412;p4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9" name="Google Shape;1419;p42"/>
          <p:cNvGrpSpPr/>
          <p:nvPr/>
        </p:nvGrpSpPr>
        <p:grpSpPr>
          <a:xfrm rot="2700000">
            <a:off x="8945322" y="2352177"/>
            <a:ext cx="439196" cy="439096"/>
            <a:chOff x="1101075" y="2142375"/>
            <a:chExt cx="439200" cy="439100"/>
          </a:xfrm>
        </p:grpSpPr>
        <p:sp>
          <p:nvSpPr>
            <p:cNvPr id="1420" name="Google Shape;1420;p4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422"/>
        <p:cNvGrpSpPr/>
        <p:nvPr/>
      </p:nvGrpSpPr>
      <p:grpSpPr>
        <a:xfrm>
          <a:off x="0" y="0"/>
          <a:ext cx="0" cy="0"/>
          <a:chOff x="0" y="0"/>
          <a:chExt cx="0" cy="0"/>
        </a:xfrm>
      </p:grpSpPr>
      <p:grpSp>
        <p:nvGrpSpPr>
          <p:cNvPr id="1423" name="Google Shape;1423;p43"/>
          <p:cNvGrpSpPr/>
          <p:nvPr/>
        </p:nvGrpSpPr>
        <p:grpSpPr>
          <a:xfrm>
            <a:off x="8332551" y="-7"/>
            <a:ext cx="2386151" cy="3293873"/>
            <a:chOff x="8256351" y="-7"/>
            <a:chExt cx="2386151" cy="3293873"/>
          </a:xfrm>
        </p:grpSpPr>
        <p:pic>
          <p:nvPicPr>
            <p:cNvPr id="1424" name="Google Shape;1424;p43"/>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425" name="Google Shape;1425;p43"/>
            <p:cNvGrpSpPr/>
            <p:nvPr/>
          </p:nvGrpSpPr>
          <p:grpSpPr>
            <a:xfrm rot="10800000">
              <a:off x="8452444" y="-7"/>
              <a:ext cx="325154" cy="1788670"/>
              <a:chOff x="8869019" y="-622132"/>
              <a:chExt cx="325154" cy="1788670"/>
            </a:xfrm>
          </p:grpSpPr>
          <p:sp>
            <p:nvSpPr>
              <p:cNvPr id="1426" name="Google Shape;1426;p43"/>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7" name="Google Shape;1427;p43"/>
              <p:cNvGrpSpPr/>
              <p:nvPr/>
            </p:nvGrpSpPr>
            <p:grpSpPr>
              <a:xfrm rot="1800062">
                <a:off x="9035610" y="1007995"/>
                <a:ext cx="134040" cy="134009"/>
                <a:chOff x="1101075" y="2142375"/>
                <a:chExt cx="439200" cy="439100"/>
              </a:xfrm>
            </p:grpSpPr>
            <p:sp>
              <p:nvSpPr>
                <p:cNvPr id="1428" name="Google Shape;1428;p4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430" name="Google Shape;1430;p43"/>
          <p:cNvGrpSpPr/>
          <p:nvPr/>
        </p:nvGrpSpPr>
        <p:grpSpPr>
          <a:xfrm>
            <a:off x="-213525" y="171225"/>
            <a:ext cx="439200" cy="439100"/>
            <a:chOff x="1101075" y="2142375"/>
            <a:chExt cx="439200" cy="439100"/>
          </a:xfrm>
        </p:grpSpPr>
        <p:sp>
          <p:nvSpPr>
            <p:cNvPr id="1431" name="Google Shape;1431;p4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43"/>
          <p:cNvGrpSpPr/>
          <p:nvPr/>
        </p:nvGrpSpPr>
        <p:grpSpPr>
          <a:xfrm>
            <a:off x="-1262974" y="3161328"/>
            <a:ext cx="4822591" cy="2934500"/>
            <a:chOff x="-1186774" y="3161328"/>
            <a:chExt cx="4822591" cy="2934500"/>
          </a:xfrm>
        </p:grpSpPr>
        <p:pic>
          <p:nvPicPr>
            <p:cNvPr id="1434" name="Google Shape;1434;p43"/>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435" name="Google Shape;1435;p43"/>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6" name="Google Shape;1436;p43"/>
            <p:cNvGrpSpPr/>
            <p:nvPr/>
          </p:nvGrpSpPr>
          <p:grpSpPr>
            <a:xfrm>
              <a:off x="58899" y="4608583"/>
              <a:ext cx="604346" cy="657081"/>
              <a:chOff x="58899" y="4608583"/>
              <a:chExt cx="604346" cy="657081"/>
            </a:xfrm>
          </p:grpSpPr>
          <p:grpSp>
            <p:nvGrpSpPr>
              <p:cNvPr id="1437" name="Google Shape;1437;p43"/>
              <p:cNvGrpSpPr/>
              <p:nvPr/>
            </p:nvGrpSpPr>
            <p:grpSpPr>
              <a:xfrm rot="10800000">
                <a:off x="58899" y="4608583"/>
                <a:ext cx="328346" cy="328531"/>
                <a:chOff x="3678700" y="407275"/>
                <a:chExt cx="708100" cy="708500"/>
              </a:xfrm>
            </p:grpSpPr>
            <p:sp>
              <p:nvSpPr>
                <p:cNvPr id="1438" name="Google Shape;1438;p4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5" name="Google Shape;1445;p43"/>
              <p:cNvGrpSpPr/>
              <p:nvPr/>
            </p:nvGrpSpPr>
            <p:grpSpPr>
              <a:xfrm rot="10800000">
                <a:off x="334899" y="4608583"/>
                <a:ext cx="328346" cy="328531"/>
                <a:chOff x="3678700" y="407275"/>
                <a:chExt cx="708100" cy="708500"/>
              </a:xfrm>
            </p:grpSpPr>
            <p:sp>
              <p:nvSpPr>
                <p:cNvPr id="1446" name="Google Shape;1446;p4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3" name="Google Shape;1453;p43"/>
              <p:cNvGrpSpPr/>
              <p:nvPr/>
            </p:nvGrpSpPr>
            <p:grpSpPr>
              <a:xfrm rot="10800000">
                <a:off x="282574" y="4937133"/>
                <a:ext cx="328346" cy="328531"/>
                <a:chOff x="3678700" y="407275"/>
                <a:chExt cx="708100" cy="708500"/>
              </a:xfrm>
            </p:grpSpPr>
            <p:sp>
              <p:nvSpPr>
                <p:cNvPr id="1454" name="Google Shape;1454;p4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61" name="Google Shape;1461;p43"/>
            <p:cNvGrpSpPr/>
            <p:nvPr/>
          </p:nvGrpSpPr>
          <p:grpSpPr>
            <a:xfrm>
              <a:off x="-923150" y="4796551"/>
              <a:ext cx="4558967" cy="134100"/>
              <a:chOff x="796100" y="3019701"/>
              <a:chExt cx="4558967" cy="134100"/>
            </a:xfrm>
          </p:grpSpPr>
          <p:sp>
            <p:nvSpPr>
              <p:cNvPr id="1462" name="Google Shape;1462;p43"/>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63" name="Google Shape;1463;p43"/>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64" name="Google Shape;1464;p43"/>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52" name="Google Shape;52;p13"/>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9.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abstract/document/10811707?casa_token=ajIgIM0cHkAAAAAA:C1fi2tXNpg202TvxZKrZuWPTnTaOVu0dgrdbiKBB6G5M0GhMfqonCcxDx1AvqIZ9VmjL0KHA" TargetMode="External"/><Relationship Id="rId2" Type="http://schemas.openxmlformats.org/officeDocument/2006/relationships/notesSlide" Target="../notesSlides/notesSlide5.xml"/><Relationship Id="rId1" Type="http://schemas.openxmlformats.org/officeDocument/2006/relationships/slideLayout" Target="../slideLayouts/slideLayout34.xml"/><Relationship Id="rId4" Type="http://schemas.openxmlformats.org/officeDocument/2006/relationships/hyperlink" Target="https://arxiv.org/abs/2110.0686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hyperlink" Target="https://drive.google.com/file/d/1-rjLy0QbcthmZgN1-BXgKjl8P4LDDfPZ/view?usp=sharing" TargetMode="External"/><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6.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8"/>
        <p:cNvGrpSpPr/>
        <p:nvPr/>
      </p:nvGrpSpPr>
      <p:grpSpPr>
        <a:xfrm>
          <a:off x="0" y="0"/>
          <a:ext cx="0" cy="0"/>
          <a:chOff x="0" y="0"/>
          <a:chExt cx="0" cy="0"/>
        </a:xfrm>
      </p:grpSpPr>
      <p:sp>
        <p:nvSpPr>
          <p:cNvPr id="1469" name="Google Shape;1469;p44"/>
          <p:cNvSpPr txBox="1">
            <a:spLocks noGrp="1"/>
          </p:cNvSpPr>
          <p:nvPr>
            <p:ph type="subTitle" idx="1"/>
          </p:nvPr>
        </p:nvSpPr>
        <p:spPr>
          <a:xfrm>
            <a:off x="1096850" y="3456250"/>
            <a:ext cx="69879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t>Team 9</a:t>
            </a:r>
            <a:r>
              <a:rPr lang="en"/>
              <a:t>: Kunal SomendraSingh, Hitarth Chopra &amp; Tejas Singhal</a:t>
            </a:r>
            <a:endParaRPr/>
          </a:p>
        </p:txBody>
      </p:sp>
      <p:sp>
        <p:nvSpPr>
          <p:cNvPr id="1470" name="Google Shape;1470;p44"/>
          <p:cNvSpPr txBox="1">
            <a:spLocks noGrp="1"/>
          </p:cNvSpPr>
          <p:nvPr>
            <p:ph type="ctrTitle"/>
          </p:nvPr>
        </p:nvSpPr>
        <p:spPr>
          <a:xfrm>
            <a:off x="0" y="816325"/>
            <a:ext cx="9354600" cy="232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AI-Powered Retail Analytics Using Object Detection</a:t>
            </a:r>
            <a:endParaRPr sz="4000"/>
          </a:p>
        </p:txBody>
      </p:sp>
      <p:grpSp>
        <p:nvGrpSpPr>
          <p:cNvPr id="1471" name="Google Shape;1471;p44"/>
          <p:cNvGrpSpPr/>
          <p:nvPr/>
        </p:nvGrpSpPr>
        <p:grpSpPr>
          <a:xfrm>
            <a:off x="1096850" y="3242811"/>
            <a:ext cx="3936683" cy="134070"/>
            <a:chOff x="1096850" y="3242811"/>
            <a:chExt cx="3936683" cy="134070"/>
          </a:xfrm>
        </p:grpSpPr>
        <p:cxnSp>
          <p:nvCxnSpPr>
            <p:cNvPr id="1472" name="Google Shape;1472;p44"/>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73" name="Google Shape;1473;p44"/>
            <p:cNvGrpSpPr/>
            <p:nvPr/>
          </p:nvGrpSpPr>
          <p:grpSpPr>
            <a:xfrm>
              <a:off x="4899464" y="3242811"/>
              <a:ext cx="134070" cy="134070"/>
              <a:chOff x="8382514" y="1084976"/>
              <a:chExt cx="265800" cy="265800"/>
            </a:xfrm>
          </p:grpSpPr>
          <p:sp>
            <p:nvSpPr>
              <p:cNvPr id="1474" name="Google Shape;1474;p44"/>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4"/>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76" name="Google Shape;1476;p44"/>
          <p:cNvGrpSpPr/>
          <p:nvPr/>
        </p:nvGrpSpPr>
        <p:grpSpPr>
          <a:xfrm>
            <a:off x="8017432" y="-313900"/>
            <a:ext cx="134070" cy="1891362"/>
            <a:chOff x="8017432" y="-313900"/>
            <a:chExt cx="134070" cy="1891362"/>
          </a:xfrm>
        </p:grpSpPr>
        <p:sp>
          <p:nvSpPr>
            <p:cNvPr id="1477" name="Google Shape;1477;p44"/>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78" name="Google Shape;1478;p44"/>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79" name="Google Shape;1479;p44"/>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0" name="Google Shape;1480;p44"/>
          <p:cNvGrpSpPr/>
          <p:nvPr/>
        </p:nvGrpSpPr>
        <p:grpSpPr>
          <a:xfrm>
            <a:off x="6309526" y="957475"/>
            <a:ext cx="3504715" cy="5119205"/>
            <a:chOff x="6309526" y="836950"/>
            <a:chExt cx="3504715" cy="5119205"/>
          </a:xfrm>
        </p:grpSpPr>
        <p:sp>
          <p:nvSpPr>
            <p:cNvPr id="1481" name="Google Shape;1481;p44"/>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2" name="Google Shape;1482;p44"/>
            <p:cNvGrpSpPr/>
            <p:nvPr/>
          </p:nvGrpSpPr>
          <p:grpSpPr>
            <a:xfrm>
              <a:off x="7728436" y="3524084"/>
              <a:ext cx="134004" cy="134004"/>
              <a:chOff x="8356813" y="1074288"/>
              <a:chExt cx="351900" cy="351900"/>
            </a:xfrm>
          </p:grpSpPr>
          <p:sp>
            <p:nvSpPr>
              <p:cNvPr id="1483" name="Google Shape;1483;p4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5" name="Google Shape;1485;p44"/>
            <p:cNvGrpSpPr/>
            <p:nvPr/>
          </p:nvGrpSpPr>
          <p:grpSpPr>
            <a:xfrm>
              <a:off x="7344361" y="3150259"/>
              <a:ext cx="134004" cy="134004"/>
              <a:chOff x="8356813" y="1074288"/>
              <a:chExt cx="351900" cy="351900"/>
            </a:xfrm>
          </p:grpSpPr>
          <p:sp>
            <p:nvSpPr>
              <p:cNvPr id="1486" name="Google Shape;1486;p4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8" name="Google Shape;1488;p44"/>
            <p:cNvGrpSpPr/>
            <p:nvPr/>
          </p:nvGrpSpPr>
          <p:grpSpPr>
            <a:xfrm>
              <a:off x="8337811" y="2464059"/>
              <a:ext cx="134004" cy="134004"/>
              <a:chOff x="8356813" y="1074288"/>
              <a:chExt cx="351900" cy="351900"/>
            </a:xfrm>
          </p:grpSpPr>
          <p:sp>
            <p:nvSpPr>
              <p:cNvPr id="1489" name="Google Shape;1489;p4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1" name="Google Shape;1491;p44"/>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a:t>Agenda</a:t>
            </a:r>
            <a:endParaRPr sz="3200">
              <a:solidFill>
                <a:schemeClr val="dk2"/>
              </a:solidFill>
              <a:latin typeface="IBM Plex Mono"/>
              <a:ea typeface="IBM Plex Mono"/>
              <a:cs typeface="IBM Plex Mono"/>
              <a:sym typeface="IBM Plex Mono"/>
            </a:endParaRPr>
          </a:p>
        </p:txBody>
      </p:sp>
      <p:sp>
        <p:nvSpPr>
          <p:cNvPr id="1497" name="Google Shape;1497;p45"/>
          <p:cNvSpPr txBox="1"/>
          <p:nvPr/>
        </p:nvSpPr>
        <p:spPr>
          <a:xfrm>
            <a:off x="780525" y="1164175"/>
            <a:ext cx="8003700" cy="38364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dk1"/>
              </a:buClr>
              <a:buSzPts val="1800"/>
              <a:buFont typeface="Cambria"/>
              <a:buAutoNum type="arabicPeriod"/>
            </a:pPr>
            <a:r>
              <a:rPr lang="en" sz="1800">
                <a:solidFill>
                  <a:schemeClr val="dk1"/>
                </a:solidFill>
                <a:latin typeface="Cambria"/>
                <a:ea typeface="Cambria"/>
                <a:cs typeface="Cambria"/>
                <a:sym typeface="Cambria"/>
              </a:rPr>
              <a:t>Motivation and Problem Definition</a:t>
            </a:r>
            <a:endParaRPr sz="1800">
              <a:solidFill>
                <a:schemeClr val="dk1"/>
              </a:solidFill>
              <a:latin typeface="Cambria"/>
              <a:ea typeface="Cambria"/>
              <a:cs typeface="Cambria"/>
              <a:sym typeface="Cambria"/>
            </a:endParaRPr>
          </a:p>
          <a:p>
            <a:pPr marL="457200" lvl="0" indent="-342900" algn="l" rtl="0">
              <a:lnSpc>
                <a:spcPct val="150000"/>
              </a:lnSpc>
              <a:spcBef>
                <a:spcPts val="0"/>
              </a:spcBef>
              <a:spcAft>
                <a:spcPts val="0"/>
              </a:spcAft>
              <a:buClr>
                <a:schemeClr val="dk1"/>
              </a:buClr>
              <a:buSzPts val="1800"/>
              <a:buFont typeface="Cambria"/>
              <a:buAutoNum type="arabicPeriod"/>
            </a:pPr>
            <a:r>
              <a:rPr lang="en" sz="1800">
                <a:solidFill>
                  <a:schemeClr val="dk1"/>
                </a:solidFill>
                <a:latin typeface="Cambria"/>
                <a:ea typeface="Cambria"/>
                <a:cs typeface="Cambria"/>
                <a:sym typeface="Cambria"/>
              </a:rPr>
              <a:t>Project Objectives</a:t>
            </a:r>
            <a:endParaRPr sz="1800">
              <a:solidFill>
                <a:schemeClr val="dk1"/>
              </a:solidFill>
              <a:latin typeface="Cambria"/>
              <a:ea typeface="Cambria"/>
              <a:cs typeface="Cambria"/>
              <a:sym typeface="Cambria"/>
            </a:endParaRPr>
          </a:p>
          <a:p>
            <a:pPr marL="457200" lvl="0" indent="-342900" algn="l" rtl="0">
              <a:lnSpc>
                <a:spcPct val="150000"/>
              </a:lnSpc>
              <a:spcBef>
                <a:spcPts val="0"/>
              </a:spcBef>
              <a:spcAft>
                <a:spcPts val="0"/>
              </a:spcAft>
              <a:buClr>
                <a:schemeClr val="dk1"/>
              </a:buClr>
              <a:buSzPts val="1800"/>
              <a:buFont typeface="Cambria"/>
              <a:buAutoNum type="arabicPeriod"/>
            </a:pPr>
            <a:r>
              <a:rPr lang="en" sz="1800">
                <a:solidFill>
                  <a:schemeClr val="dk1"/>
                </a:solidFill>
                <a:latin typeface="Cambria"/>
                <a:ea typeface="Cambria"/>
                <a:cs typeface="Cambria"/>
                <a:sym typeface="Cambria"/>
              </a:rPr>
              <a:t>Baseline and Related Work</a:t>
            </a:r>
            <a:endParaRPr sz="1800">
              <a:solidFill>
                <a:schemeClr val="dk1"/>
              </a:solidFill>
              <a:latin typeface="Cambria"/>
              <a:ea typeface="Cambria"/>
              <a:cs typeface="Cambria"/>
              <a:sym typeface="Cambria"/>
            </a:endParaRPr>
          </a:p>
          <a:p>
            <a:pPr marL="457200" lvl="0" indent="-342900" algn="l" rtl="0">
              <a:lnSpc>
                <a:spcPct val="150000"/>
              </a:lnSpc>
              <a:spcBef>
                <a:spcPts val="0"/>
              </a:spcBef>
              <a:spcAft>
                <a:spcPts val="0"/>
              </a:spcAft>
              <a:buClr>
                <a:schemeClr val="dk1"/>
              </a:buClr>
              <a:buSzPts val="1800"/>
              <a:buFont typeface="Cambria"/>
              <a:buAutoNum type="arabicPeriod"/>
            </a:pPr>
            <a:r>
              <a:rPr lang="en" sz="1800">
                <a:solidFill>
                  <a:schemeClr val="dk1"/>
                </a:solidFill>
                <a:latin typeface="Cambria"/>
                <a:ea typeface="Cambria"/>
                <a:cs typeface="Cambria"/>
                <a:sym typeface="Cambria"/>
              </a:rPr>
              <a:t>Method</a:t>
            </a:r>
            <a:endParaRPr sz="1800">
              <a:solidFill>
                <a:schemeClr val="dk1"/>
              </a:solidFill>
              <a:latin typeface="Cambria"/>
              <a:ea typeface="Cambria"/>
              <a:cs typeface="Cambria"/>
              <a:sym typeface="Cambria"/>
            </a:endParaRPr>
          </a:p>
          <a:p>
            <a:pPr marL="457200" lvl="0" indent="-342900" algn="l" rtl="0">
              <a:lnSpc>
                <a:spcPct val="150000"/>
              </a:lnSpc>
              <a:spcBef>
                <a:spcPts val="0"/>
              </a:spcBef>
              <a:spcAft>
                <a:spcPts val="0"/>
              </a:spcAft>
              <a:buClr>
                <a:schemeClr val="dk1"/>
              </a:buClr>
              <a:buSzPts val="1800"/>
              <a:buFont typeface="Cambria"/>
              <a:buAutoNum type="arabicPeriod"/>
            </a:pPr>
            <a:r>
              <a:rPr lang="en" sz="1800">
                <a:solidFill>
                  <a:schemeClr val="dk1"/>
                </a:solidFill>
                <a:latin typeface="Cambria"/>
                <a:ea typeface="Cambria"/>
                <a:cs typeface="Cambria"/>
                <a:sym typeface="Cambria"/>
              </a:rPr>
              <a:t>Datasets</a:t>
            </a:r>
            <a:endParaRPr sz="1800">
              <a:solidFill>
                <a:schemeClr val="dk1"/>
              </a:solidFill>
              <a:latin typeface="Cambria"/>
              <a:ea typeface="Cambria"/>
              <a:cs typeface="Cambria"/>
              <a:sym typeface="Cambria"/>
            </a:endParaRPr>
          </a:p>
          <a:p>
            <a:pPr marL="457200" lvl="0" indent="-342900" algn="l" rtl="0">
              <a:lnSpc>
                <a:spcPct val="150000"/>
              </a:lnSpc>
              <a:spcBef>
                <a:spcPts val="0"/>
              </a:spcBef>
              <a:spcAft>
                <a:spcPts val="0"/>
              </a:spcAft>
              <a:buClr>
                <a:schemeClr val="dk1"/>
              </a:buClr>
              <a:buSzPts val="1800"/>
              <a:buFont typeface="Cambria"/>
              <a:buAutoNum type="arabicPeriod"/>
            </a:pPr>
            <a:r>
              <a:rPr lang="en" sz="1800">
                <a:solidFill>
                  <a:schemeClr val="dk1"/>
                </a:solidFill>
                <a:latin typeface="Cambria"/>
                <a:ea typeface="Cambria"/>
                <a:cs typeface="Cambria"/>
                <a:sym typeface="Cambria"/>
              </a:rPr>
              <a:t>Results </a:t>
            </a:r>
            <a:endParaRPr sz="1800">
              <a:solidFill>
                <a:schemeClr val="dk1"/>
              </a:solidFill>
              <a:latin typeface="Cambria"/>
              <a:ea typeface="Cambria"/>
              <a:cs typeface="Cambria"/>
              <a:sym typeface="Cambria"/>
            </a:endParaRPr>
          </a:p>
          <a:p>
            <a:pPr marL="457200" lvl="0" indent="-342900" algn="l" rtl="0">
              <a:lnSpc>
                <a:spcPct val="150000"/>
              </a:lnSpc>
              <a:spcBef>
                <a:spcPts val="0"/>
              </a:spcBef>
              <a:spcAft>
                <a:spcPts val="0"/>
              </a:spcAft>
              <a:buClr>
                <a:schemeClr val="dk1"/>
              </a:buClr>
              <a:buSzPts val="1800"/>
              <a:buFont typeface="Cambria"/>
              <a:buAutoNum type="arabicPeriod"/>
            </a:pPr>
            <a:r>
              <a:rPr lang="en" sz="1800">
                <a:solidFill>
                  <a:schemeClr val="dk1"/>
                </a:solidFill>
                <a:latin typeface="Cambria"/>
                <a:ea typeface="Cambria"/>
                <a:cs typeface="Cambria"/>
                <a:sym typeface="Cambria"/>
              </a:rPr>
              <a:t>Demonstration</a:t>
            </a:r>
            <a:endParaRPr sz="1800">
              <a:solidFill>
                <a:schemeClr val="dk1"/>
              </a:solidFill>
              <a:latin typeface="Cambria"/>
              <a:ea typeface="Cambria"/>
              <a:cs typeface="Cambria"/>
              <a:sym typeface="Cambria"/>
            </a:endParaRPr>
          </a:p>
          <a:p>
            <a:pPr marL="457200" lvl="0" indent="-342900" algn="l" rtl="0">
              <a:lnSpc>
                <a:spcPct val="150000"/>
              </a:lnSpc>
              <a:spcBef>
                <a:spcPts val="0"/>
              </a:spcBef>
              <a:spcAft>
                <a:spcPts val="0"/>
              </a:spcAft>
              <a:buClr>
                <a:schemeClr val="dk1"/>
              </a:buClr>
              <a:buSzPts val="1800"/>
              <a:buFont typeface="Cambria"/>
              <a:buAutoNum type="arabicPeriod"/>
            </a:pPr>
            <a:r>
              <a:rPr lang="en" sz="1800">
                <a:solidFill>
                  <a:schemeClr val="dk1"/>
                </a:solidFill>
                <a:latin typeface="Cambria"/>
                <a:ea typeface="Cambria"/>
                <a:cs typeface="Cambria"/>
                <a:sym typeface="Cambria"/>
              </a:rPr>
              <a:t>Conclusion and Discussion</a:t>
            </a:r>
            <a:endParaRPr sz="1800">
              <a:solidFill>
                <a:schemeClr val="dk1"/>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1"/>
        <p:cNvGrpSpPr/>
        <p:nvPr/>
      </p:nvGrpSpPr>
      <p:grpSpPr>
        <a:xfrm>
          <a:off x="0" y="0"/>
          <a:ext cx="0" cy="0"/>
          <a:chOff x="0" y="0"/>
          <a:chExt cx="0" cy="0"/>
        </a:xfrm>
      </p:grpSpPr>
      <p:sp>
        <p:nvSpPr>
          <p:cNvPr id="1502" name="Google Shape;1502;p46"/>
          <p:cNvSpPr txBox="1">
            <a:spLocks noGrp="1"/>
          </p:cNvSpPr>
          <p:nvPr>
            <p:ph type="title"/>
          </p:nvPr>
        </p:nvSpPr>
        <p:spPr>
          <a:xfrm>
            <a:off x="201925" y="171775"/>
            <a:ext cx="8820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Motivation and Problem Definition</a:t>
            </a:r>
            <a:endParaRPr/>
          </a:p>
        </p:txBody>
      </p:sp>
      <p:sp>
        <p:nvSpPr>
          <p:cNvPr id="1503" name="Google Shape;1503;p46"/>
          <p:cNvSpPr txBox="1">
            <a:spLocks noGrp="1"/>
          </p:cNvSpPr>
          <p:nvPr>
            <p:ph type="subTitle" idx="2"/>
          </p:nvPr>
        </p:nvSpPr>
        <p:spPr>
          <a:xfrm>
            <a:off x="598525" y="1044750"/>
            <a:ext cx="8027100" cy="36225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Cambria"/>
              <a:buAutoNum type="arabicPeriod"/>
            </a:pPr>
            <a:r>
              <a:rPr lang="en">
                <a:solidFill>
                  <a:srgbClr val="000000"/>
                </a:solidFill>
                <a:latin typeface="Cambria"/>
                <a:ea typeface="Cambria"/>
                <a:cs typeface="Cambria"/>
                <a:sym typeface="Cambria"/>
              </a:rPr>
              <a:t>Shopping feels effortless—but it hides complex backend challenges.</a:t>
            </a:r>
            <a:br>
              <a:rPr lang="en">
                <a:solidFill>
                  <a:srgbClr val="000000"/>
                </a:solidFill>
                <a:latin typeface="Cambria"/>
                <a:ea typeface="Cambria"/>
                <a:cs typeface="Cambria"/>
                <a:sym typeface="Cambria"/>
              </a:rPr>
            </a:b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AutoNum type="arabicPeriod"/>
            </a:pPr>
            <a:r>
              <a:rPr lang="en">
                <a:solidFill>
                  <a:srgbClr val="000000"/>
                </a:solidFill>
                <a:latin typeface="Cambria"/>
                <a:ea typeface="Cambria"/>
                <a:cs typeface="Cambria"/>
                <a:sym typeface="Cambria"/>
              </a:rPr>
              <a:t>Store managers need insights beyond sales—behavior, trends, and anomalies.</a:t>
            </a:r>
            <a:br>
              <a:rPr lang="en">
                <a:solidFill>
                  <a:srgbClr val="000000"/>
                </a:solidFill>
                <a:latin typeface="Cambria"/>
                <a:ea typeface="Cambria"/>
                <a:cs typeface="Cambria"/>
                <a:sym typeface="Cambria"/>
              </a:rPr>
            </a:b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AutoNum type="arabicPeriod"/>
            </a:pPr>
            <a:r>
              <a:rPr lang="en">
                <a:solidFill>
                  <a:srgbClr val="000000"/>
                </a:solidFill>
                <a:latin typeface="Cambria"/>
                <a:ea typeface="Cambria"/>
                <a:cs typeface="Cambria"/>
                <a:sym typeface="Cambria"/>
              </a:rPr>
              <a:t>Current theft detection? Hours of CCTV review—manual, slow, unsustainable.</a:t>
            </a:r>
            <a:br>
              <a:rPr lang="en">
                <a:solidFill>
                  <a:srgbClr val="000000"/>
                </a:solidFill>
                <a:latin typeface="Cambria"/>
                <a:ea typeface="Cambria"/>
                <a:cs typeface="Cambria"/>
                <a:sym typeface="Cambria"/>
              </a:rPr>
            </a:b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AutoNum type="arabicPeriod"/>
            </a:pPr>
            <a:r>
              <a:rPr lang="en">
                <a:solidFill>
                  <a:srgbClr val="000000"/>
                </a:solidFill>
                <a:latin typeface="Cambria"/>
                <a:ea typeface="Cambria"/>
                <a:cs typeface="Cambria"/>
                <a:sym typeface="Cambria"/>
              </a:rPr>
              <a:t>Marketing teams rely on outdated methods—surveys, observations, guesswork.</a:t>
            </a:r>
            <a:br>
              <a:rPr lang="en">
                <a:solidFill>
                  <a:srgbClr val="000000"/>
                </a:solidFill>
                <a:latin typeface="Cambria"/>
                <a:ea typeface="Cambria"/>
                <a:cs typeface="Cambria"/>
                <a:sym typeface="Cambria"/>
              </a:rPr>
            </a:b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AutoNum type="arabicPeriod"/>
            </a:pPr>
            <a:r>
              <a:rPr lang="en">
                <a:solidFill>
                  <a:srgbClr val="000000"/>
                </a:solidFill>
                <a:latin typeface="Cambria"/>
                <a:ea typeface="Cambria"/>
                <a:cs typeface="Cambria"/>
                <a:sym typeface="Cambria"/>
              </a:rPr>
              <a:t>Customer behavior data is hidden in carts—unseen until checkout.</a:t>
            </a:r>
            <a:br>
              <a:rPr lang="en">
                <a:solidFill>
                  <a:srgbClr val="000000"/>
                </a:solidFill>
                <a:latin typeface="Cambria"/>
                <a:ea typeface="Cambria"/>
                <a:cs typeface="Cambria"/>
                <a:sym typeface="Cambria"/>
              </a:rPr>
            </a:b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AutoNum type="arabicPeriod"/>
            </a:pPr>
            <a:r>
              <a:rPr lang="en">
                <a:solidFill>
                  <a:srgbClr val="000000"/>
                </a:solidFill>
                <a:latin typeface="Cambria"/>
                <a:ea typeface="Cambria"/>
                <a:cs typeface="Cambria"/>
                <a:sym typeface="Cambria"/>
              </a:rPr>
              <a:t>Retailers lack real-time visibility into what’s picked and when.</a:t>
            </a:r>
            <a:br>
              <a:rPr lang="en">
                <a:solidFill>
                  <a:srgbClr val="000000"/>
                </a:solidFill>
                <a:latin typeface="Cambria"/>
                <a:ea typeface="Cambria"/>
                <a:cs typeface="Cambria"/>
                <a:sym typeface="Cambria"/>
              </a:rPr>
            </a:b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AutoNum type="arabicPeriod"/>
            </a:pPr>
            <a:r>
              <a:rPr lang="en">
                <a:solidFill>
                  <a:srgbClr val="000000"/>
                </a:solidFill>
                <a:latin typeface="Cambria"/>
                <a:ea typeface="Cambria"/>
                <a:cs typeface="Cambria"/>
                <a:sym typeface="Cambria"/>
              </a:rPr>
              <a:t>Our solution: AI-powered, real-time cart, shelf and store monitoring to bridge this gap.</a:t>
            </a:r>
            <a:endParaRPr>
              <a:solidFill>
                <a:srgbClr val="000000"/>
              </a:solidFill>
              <a:latin typeface="Cambria"/>
              <a:ea typeface="Cambria"/>
              <a:cs typeface="Cambria"/>
              <a:sym typeface="Cambria"/>
            </a:endParaRPr>
          </a:p>
          <a:p>
            <a:pPr marL="0" lvl="0" indent="0" algn="just" rtl="0">
              <a:spcBef>
                <a:spcPts val="0"/>
              </a:spcBef>
              <a:spcAft>
                <a:spcPts val="0"/>
              </a:spcAft>
              <a:buNone/>
            </a:pPr>
            <a:endParaRPr>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7"/>
        <p:cNvGrpSpPr/>
        <p:nvPr/>
      </p:nvGrpSpPr>
      <p:grpSpPr>
        <a:xfrm>
          <a:off x="0" y="0"/>
          <a:ext cx="0" cy="0"/>
          <a:chOff x="0" y="0"/>
          <a:chExt cx="0" cy="0"/>
        </a:xfrm>
      </p:grpSpPr>
      <p:sp>
        <p:nvSpPr>
          <p:cNvPr id="1508" name="Google Shape;1508;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Project Objectives</a:t>
            </a:r>
            <a:endParaRPr/>
          </a:p>
        </p:txBody>
      </p:sp>
      <p:sp>
        <p:nvSpPr>
          <p:cNvPr id="1509" name="Google Shape;1509;p47"/>
          <p:cNvSpPr txBox="1">
            <a:spLocks noGrp="1"/>
          </p:cNvSpPr>
          <p:nvPr>
            <p:ph type="subTitle" idx="2"/>
          </p:nvPr>
        </p:nvSpPr>
        <p:spPr>
          <a:xfrm>
            <a:off x="720000" y="1089200"/>
            <a:ext cx="7704000" cy="3624000"/>
          </a:xfrm>
          <a:prstGeom prst="rect">
            <a:avLst/>
          </a:prstGeom>
        </p:spPr>
        <p:txBody>
          <a:bodyPr spcFirstLastPara="1" wrap="square" lIns="91425" tIns="91425" rIns="91425" bIns="91425" anchor="t" anchorCtr="0">
            <a:noAutofit/>
          </a:bodyPr>
          <a:lstStyle/>
          <a:p>
            <a:pPr marL="0" lvl="0" indent="0" algn="l" rtl="0">
              <a:lnSpc>
                <a:spcPct val="100000"/>
              </a:lnSpc>
              <a:spcBef>
                <a:spcPts val="1400"/>
              </a:spcBef>
              <a:spcAft>
                <a:spcPts val="0"/>
              </a:spcAft>
              <a:buNone/>
            </a:pPr>
            <a:r>
              <a:rPr lang="en" b="1">
                <a:solidFill>
                  <a:srgbClr val="000000"/>
                </a:solidFill>
                <a:latin typeface="Cambria"/>
                <a:ea typeface="Cambria"/>
                <a:cs typeface="Cambria"/>
                <a:sym typeface="Cambria"/>
              </a:rPr>
              <a:t>In this project we aim to make retail better via 3 ways:</a:t>
            </a:r>
            <a:endParaRPr b="1">
              <a:solidFill>
                <a:srgbClr val="000000"/>
              </a:solidFill>
              <a:latin typeface="Cambria"/>
              <a:ea typeface="Cambria"/>
              <a:cs typeface="Cambria"/>
              <a:sym typeface="Cambria"/>
            </a:endParaRPr>
          </a:p>
          <a:p>
            <a:pPr marL="0" lvl="0" indent="0" algn="l" rtl="0">
              <a:lnSpc>
                <a:spcPct val="100000"/>
              </a:lnSpc>
              <a:spcBef>
                <a:spcPts val="1400"/>
              </a:spcBef>
              <a:spcAft>
                <a:spcPts val="400"/>
              </a:spcAft>
              <a:buNone/>
            </a:pPr>
            <a:endParaRPr sz="1300" b="1">
              <a:solidFill>
                <a:srgbClr val="000000"/>
              </a:solidFill>
              <a:latin typeface="IBM Plex Mono"/>
              <a:ea typeface="IBM Plex Mono"/>
              <a:cs typeface="IBM Plex Mono"/>
              <a:sym typeface="IBM Plex Mono"/>
            </a:endParaRPr>
          </a:p>
        </p:txBody>
      </p:sp>
      <p:pic>
        <p:nvPicPr>
          <p:cNvPr id="1510" name="Google Shape;1510;p47"/>
          <p:cNvPicPr preferRelativeResize="0"/>
          <p:nvPr/>
        </p:nvPicPr>
        <p:blipFill>
          <a:blip r:embed="rId3">
            <a:alphaModFix/>
          </a:blip>
          <a:stretch>
            <a:fillRect/>
          </a:stretch>
        </p:blipFill>
        <p:spPr>
          <a:xfrm>
            <a:off x="143650" y="1667775"/>
            <a:ext cx="2711925" cy="1807950"/>
          </a:xfrm>
          <a:prstGeom prst="rect">
            <a:avLst/>
          </a:prstGeom>
          <a:noFill/>
          <a:ln>
            <a:noFill/>
          </a:ln>
        </p:spPr>
      </p:pic>
      <p:pic>
        <p:nvPicPr>
          <p:cNvPr id="1511" name="Google Shape;1511;p47" title="Screenshot 2025-04-23 at 3.33.10 PM.png"/>
          <p:cNvPicPr preferRelativeResize="0"/>
          <p:nvPr/>
        </p:nvPicPr>
        <p:blipFill>
          <a:blip r:embed="rId4">
            <a:alphaModFix/>
          </a:blip>
          <a:stretch>
            <a:fillRect/>
          </a:stretch>
        </p:blipFill>
        <p:spPr>
          <a:xfrm>
            <a:off x="2966588" y="1790700"/>
            <a:ext cx="3057525" cy="1562100"/>
          </a:xfrm>
          <a:prstGeom prst="rect">
            <a:avLst/>
          </a:prstGeom>
          <a:noFill/>
          <a:ln>
            <a:noFill/>
          </a:ln>
        </p:spPr>
      </p:pic>
      <p:pic>
        <p:nvPicPr>
          <p:cNvPr id="1512" name="Google Shape;1512;p47"/>
          <p:cNvPicPr preferRelativeResize="0"/>
          <p:nvPr/>
        </p:nvPicPr>
        <p:blipFill>
          <a:blip r:embed="rId5">
            <a:alphaModFix/>
          </a:blip>
          <a:stretch>
            <a:fillRect/>
          </a:stretch>
        </p:blipFill>
        <p:spPr>
          <a:xfrm>
            <a:off x="6135150" y="1790700"/>
            <a:ext cx="2912148" cy="1562100"/>
          </a:xfrm>
          <a:prstGeom prst="rect">
            <a:avLst/>
          </a:prstGeom>
          <a:noFill/>
          <a:ln>
            <a:noFill/>
          </a:ln>
        </p:spPr>
      </p:pic>
      <p:sp>
        <p:nvSpPr>
          <p:cNvPr id="1513" name="Google Shape;1513;p47"/>
          <p:cNvSpPr txBox="1"/>
          <p:nvPr/>
        </p:nvSpPr>
        <p:spPr>
          <a:xfrm>
            <a:off x="409425" y="3697300"/>
            <a:ext cx="2220900" cy="694800"/>
          </a:xfrm>
          <a:prstGeom prst="rect">
            <a:avLst/>
          </a:prstGeom>
          <a:noFill/>
          <a:ln>
            <a:noFill/>
          </a:ln>
        </p:spPr>
        <p:txBody>
          <a:bodyPr spcFirstLastPara="1" wrap="square" lIns="91425" tIns="91425" rIns="91425" bIns="91425" anchor="t" anchorCtr="0">
            <a:noAutofit/>
          </a:bodyPr>
          <a:lstStyle/>
          <a:p>
            <a:pPr marL="457200" lvl="0" indent="-317500" algn="l" rtl="0">
              <a:spcBef>
                <a:spcPts val="1400"/>
              </a:spcBef>
              <a:spcAft>
                <a:spcPts val="0"/>
              </a:spcAft>
              <a:buClr>
                <a:srgbClr val="000000"/>
              </a:buClr>
              <a:buSzPts val="1400"/>
              <a:buFont typeface="Cambria"/>
              <a:buAutoNum type="arabicPeriod"/>
            </a:pPr>
            <a:r>
              <a:rPr lang="en" b="1">
                <a:latin typeface="Cambria"/>
                <a:ea typeface="Cambria"/>
                <a:cs typeface="Cambria"/>
                <a:sym typeface="Cambria"/>
              </a:rPr>
              <a:t>Cart Detection</a:t>
            </a:r>
            <a:endParaRPr b="1">
              <a:latin typeface="Cambria"/>
              <a:ea typeface="Cambria"/>
              <a:cs typeface="Cambria"/>
              <a:sym typeface="Cambria"/>
            </a:endParaRPr>
          </a:p>
          <a:p>
            <a:pPr marL="0" lvl="0" indent="0" algn="l" rtl="0">
              <a:spcBef>
                <a:spcPts val="1400"/>
              </a:spcBef>
              <a:spcAft>
                <a:spcPts val="400"/>
              </a:spcAft>
              <a:buNone/>
            </a:pPr>
            <a:endParaRPr>
              <a:solidFill>
                <a:schemeClr val="dk1"/>
              </a:solidFill>
              <a:latin typeface="Cambria"/>
              <a:ea typeface="Cambria"/>
              <a:cs typeface="Cambria"/>
              <a:sym typeface="Cambria"/>
            </a:endParaRPr>
          </a:p>
        </p:txBody>
      </p:sp>
      <p:sp>
        <p:nvSpPr>
          <p:cNvPr id="1514" name="Google Shape;1514;p47"/>
          <p:cNvSpPr txBox="1"/>
          <p:nvPr/>
        </p:nvSpPr>
        <p:spPr>
          <a:xfrm>
            <a:off x="2868452" y="3697300"/>
            <a:ext cx="2712000" cy="694800"/>
          </a:xfrm>
          <a:prstGeom prst="rect">
            <a:avLst/>
          </a:prstGeom>
          <a:noFill/>
          <a:ln>
            <a:noFill/>
          </a:ln>
        </p:spPr>
        <p:txBody>
          <a:bodyPr spcFirstLastPara="1" wrap="square" lIns="91425" tIns="91425" rIns="91425" bIns="91425" anchor="t" anchorCtr="0">
            <a:noAutofit/>
          </a:bodyPr>
          <a:lstStyle/>
          <a:p>
            <a:pPr marL="457200" lvl="0" indent="0" algn="l" rtl="0">
              <a:spcBef>
                <a:spcPts val="1400"/>
              </a:spcBef>
              <a:spcAft>
                <a:spcPts val="0"/>
              </a:spcAft>
              <a:buNone/>
            </a:pPr>
            <a:r>
              <a:rPr lang="en" b="1">
                <a:latin typeface="Cambria"/>
                <a:ea typeface="Cambria"/>
                <a:cs typeface="Cambria"/>
                <a:sym typeface="Cambria"/>
              </a:rPr>
              <a:t>2. Shelf Monitoring</a:t>
            </a:r>
            <a:endParaRPr b="1">
              <a:latin typeface="Cambria"/>
              <a:ea typeface="Cambria"/>
              <a:cs typeface="Cambria"/>
              <a:sym typeface="Cambria"/>
            </a:endParaRPr>
          </a:p>
          <a:p>
            <a:pPr marL="0" lvl="0" indent="0" algn="l" rtl="0">
              <a:spcBef>
                <a:spcPts val="1400"/>
              </a:spcBef>
              <a:spcAft>
                <a:spcPts val="400"/>
              </a:spcAft>
              <a:buNone/>
            </a:pPr>
            <a:endParaRPr>
              <a:solidFill>
                <a:schemeClr val="dk1"/>
              </a:solidFill>
              <a:latin typeface="Cambria"/>
              <a:ea typeface="Cambria"/>
              <a:cs typeface="Cambria"/>
              <a:sym typeface="Cambria"/>
            </a:endParaRPr>
          </a:p>
        </p:txBody>
      </p:sp>
      <p:sp>
        <p:nvSpPr>
          <p:cNvPr id="1515" name="Google Shape;1515;p47"/>
          <p:cNvSpPr txBox="1"/>
          <p:nvPr/>
        </p:nvSpPr>
        <p:spPr>
          <a:xfrm>
            <a:off x="6135150" y="3697300"/>
            <a:ext cx="2912100" cy="694800"/>
          </a:xfrm>
          <a:prstGeom prst="rect">
            <a:avLst/>
          </a:prstGeom>
          <a:noFill/>
          <a:ln>
            <a:noFill/>
          </a:ln>
        </p:spPr>
        <p:txBody>
          <a:bodyPr spcFirstLastPara="1" wrap="square" lIns="91425" tIns="91425" rIns="91425" bIns="91425" anchor="t" anchorCtr="0">
            <a:noAutofit/>
          </a:bodyPr>
          <a:lstStyle/>
          <a:p>
            <a:pPr marL="0" lvl="0" indent="0" algn="l" rtl="0">
              <a:spcBef>
                <a:spcPts val="1400"/>
              </a:spcBef>
              <a:spcAft>
                <a:spcPts val="0"/>
              </a:spcAft>
              <a:buNone/>
            </a:pPr>
            <a:r>
              <a:rPr lang="en" sz="1300" b="1">
                <a:latin typeface="Cambria"/>
                <a:ea typeface="Cambria"/>
                <a:cs typeface="Cambria"/>
                <a:sym typeface="Cambria"/>
              </a:rPr>
              <a:t>3.Store Foot-Traffic Analyzer</a:t>
            </a:r>
            <a:endParaRPr sz="1300" b="1">
              <a:latin typeface="Cambria"/>
              <a:ea typeface="Cambria"/>
              <a:cs typeface="Cambria"/>
              <a:sym typeface="Cambria"/>
            </a:endParaRPr>
          </a:p>
          <a:p>
            <a:pPr marL="0" lvl="0" indent="0" algn="l" rtl="0">
              <a:spcBef>
                <a:spcPts val="1400"/>
              </a:spcBef>
              <a:spcAft>
                <a:spcPts val="400"/>
              </a:spcAft>
              <a:buNone/>
            </a:pPr>
            <a:endParaRPr>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0" name="Google Shape;1520;p48"/>
          <p:cNvSpPr txBox="1">
            <a:spLocks noGrp="1"/>
          </p:cNvSpPr>
          <p:nvPr>
            <p:ph type="title"/>
          </p:nvPr>
        </p:nvSpPr>
        <p:spPr>
          <a:xfrm>
            <a:off x="720000" y="4262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Baseline &amp; Related Work</a:t>
            </a:r>
            <a:endParaRPr/>
          </a:p>
        </p:txBody>
      </p:sp>
      <p:sp>
        <p:nvSpPr>
          <p:cNvPr id="1521" name="Google Shape;1521;p48"/>
          <p:cNvSpPr txBox="1">
            <a:spLocks noGrp="1"/>
          </p:cNvSpPr>
          <p:nvPr>
            <p:ph type="subTitle" idx="1"/>
          </p:nvPr>
        </p:nvSpPr>
        <p:spPr>
          <a:xfrm>
            <a:off x="797025" y="1534175"/>
            <a:ext cx="3358200" cy="30327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333333"/>
              </a:buClr>
              <a:buSzPts val="1400"/>
              <a:buFont typeface="Cambria"/>
              <a:buChar char="●"/>
            </a:pPr>
            <a:r>
              <a:rPr lang="en">
                <a:solidFill>
                  <a:schemeClr val="hlink"/>
                </a:solidFill>
                <a:uFill>
                  <a:noFill/>
                </a:uFill>
                <a:latin typeface="Cambria"/>
                <a:ea typeface="Cambria"/>
                <a:cs typeface="Cambria"/>
                <a:sym typeface="Cambria"/>
                <a:hlinkClick r:id="rId3"/>
              </a:rPr>
              <a:t>Object Detection in Shelf Image of the Retail store using Single Stage Detector.</a:t>
            </a:r>
            <a:endParaRPr>
              <a:solidFill>
                <a:srgbClr val="333333"/>
              </a:solidFill>
              <a:latin typeface="Cambria"/>
              <a:ea typeface="Cambria"/>
              <a:cs typeface="Cambria"/>
              <a:sym typeface="Cambria"/>
            </a:endParaRPr>
          </a:p>
          <a:p>
            <a:pPr marL="0" lvl="0" indent="0" algn="just" rtl="0">
              <a:spcBef>
                <a:spcPts val="0"/>
              </a:spcBef>
              <a:spcAft>
                <a:spcPts val="0"/>
              </a:spcAft>
              <a:buNone/>
            </a:pPr>
            <a:endParaRPr>
              <a:solidFill>
                <a:srgbClr val="333333"/>
              </a:solidFill>
              <a:latin typeface="Cambria"/>
              <a:ea typeface="Cambria"/>
              <a:cs typeface="Cambria"/>
              <a:sym typeface="Cambria"/>
            </a:endParaRPr>
          </a:p>
          <a:p>
            <a:pPr marL="457200" lvl="0" indent="-317500" algn="just" rtl="0">
              <a:lnSpc>
                <a:spcPct val="91283"/>
              </a:lnSpc>
              <a:spcBef>
                <a:spcPts val="600"/>
              </a:spcBef>
              <a:spcAft>
                <a:spcPts val="0"/>
              </a:spcAft>
              <a:buSzPts val="1400"/>
              <a:buFont typeface="Cambria"/>
              <a:buChar char="●"/>
            </a:pPr>
            <a:r>
              <a:rPr lang="en">
                <a:uFill>
                  <a:noFill/>
                </a:uFill>
                <a:latin typeface="Cambria"/>
                <a:ea typeface="Cambria"/>
                <a:cs typeface="Cambria"/>
                <a:sym typeface="Cambria"/>
                <a:hlinkClick r:id="rId4"/>
              </a:rPr>
              <a:t>ByteTrack: Multi-Object Tracking by Associating Every Detection Box</a:t>
            </a:r>
            <a:endParaRPr>
              <a:latin typeface="Cambria"/>
              <a:ea typeface="Cambria"/>
              <a:cs typeface="Cambria"/>
              <a:sym typeface="Cambria"/>
            </a:endParaRPr>
          </a:p>
          <a:p>
            <a:pPr marL="0" lvl="0" indent="0" algn="just" rtl="0">
              <a:lnSpc>
                <a:spcPct val="91283"/>
              </a:lnSpc>
              <a:spcBef>
                <a:spcPts val="900"/>
              </a:spcBef>
              <a:spcAft>
                <a:spcPts val="0"/>
              </a:spcAft>
              <a:buNone/>
            </a:pPr>
            <a:endParaRPr>
              <a:latin typeface="Cambria"/>
              <a:ea typeface="Cambria"/>
              <a:cs typeface="Cambria"/>
              <a:sym typeface="Cambria"/>
            </a:endParaRPr>
          </a:p>
          <a:p>
            <a:pPr marL="457200" lvl="0" indent="-317500" algn="just" rtl="0">
              <a:spcBef>
                <a:spcPts val="900"/>
              </a:spcBef>
              <a:spcAft>
                <a:spcPts val="0"/>
              </a:spcAft>
              <a:buClr>
                <a:srgbClr val="333333"/>
              </a:buClr>
              <a:buSzPts val="1400"/>
              <a:buFont typeface="Cambria"/>
              <a:buChar char="●"/>
            </a:pPr>
            <a:r>
              <a:rPr lang="en">
                <a:solidFill>
                  <a:srgbClr val="333333"/>
                </a:solidFill>
                <a:latin typeface="Cambria"/>
                <a:ea typeface="Cambria"/>
                <a:cs typeface="Cambria"/>
                <a:sym typeface="Cambria"/>
              </a:rPr>
              <a:t>Revolutionizing Retail Unleashing the Power of Yolo for Product Detection</a:t>
            </a:r>
            <a:endParaRPr>
              <a:solidFill>
                <a:srgbClr val="333333"/>
              </a:solidFill>
              <a:latin typeface="Cambria"/>
              <a:ea typeface="Cambria"/>
              <a:cs typeface="Cambria"/>
              <a:sym typeface="Cambria"/>
            </a:endParaRPr>
          </a:p>
          <a:p>
            <a:pPr marL="457200" lvl="0" indent="0" algn="just" rtl="0">
              <a:spcBef>
                <a:spcPts val="0"/>
              </a:spcBef>
              <a:spcAft>
                <a:spcPts val="0"/>
              </a:spcAft>
              <a:buNone/>
            </a:pPr>
            <a:endParaRPr>
              <a:latin typeface="Cambria"/>
              <a:ea typeface="Cambria"/>
              <a:cs typeface="Cambria"/>
              <a:sym typeface="Cambria"/>
            </a:endParaRPr>
          </a:p>
        </p:txBody>
      </p:sp>
      <p:sp>
        <p:nvSpPr>
          <p:cNvPr id="1522" name="Google Shape;1522;p48"/>
          <p:cNvSpPr txBox="1">
            <a:spLocks noGrp="1"/>
          </p:cNvSpPr>
          <p:nvPr>
            <p:ph type="subTitle" idx="4"/>
          </p:nvPr>
        </p:nvSpPr>
        <p:spPr>
          <a:xfrm>
            <a:off x="829726" y="1170000"/>
            <a:ext cx="26163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Related Work</a:t>
            </a:r>
            <a:endParaRPr/>
          </a:p>
        </p:txBody>
      </p:sp>
      <p:sp>
        <p:nvSpPr>
          <p:cNvPr id="1523" name="Google Shape;1523;p48"/>
          <p:cNvSpPr txBox="1">
            <a:spLocks noGrp="1"/>
          </p:cNvSpPr>
          <p:nvPr>
            <p:ph type="subTitle" idx="4"/>
          </p:nvPr>
        </p:nvSpPr>
        <p:spPr>
          <a:xfrm>
            <a:off x="5363175" y="1170000"/>
            <a:ext cx="27732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Baseline Methods</a:t>
            </a:r>
            <a:endParaRPr/>
          </a:p>
        </p:txBody>
      </p:sp>
      <p:sp>
        <p:nvSpPr>
          <p:cNvPr id="1524" name="Google Shape;1524;p48"/>
          <p:cNvSpPr txBox="1">
            <a:spLocks noGrp="1"/>
          </p:cNvSpPr>
          <p:nvPr>
            <p:ph type="subTitle" idx="1"/>
          </p:nvPr>
        </p:nvSpPr>
        <p:spPr>
          <a:xfrm>
            <a:off x="5060175" y="1534175"/>
            <a:ext cx="3695100" cy="26295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Cambria"/>
              <a:buChar char="●"/>
            </a:pPr>
            <a:r>
              <a:rPr lang="en">
                <a:solidFill>
                  <a:srgbClr val="000000"/>
                </a:solidFill>
                <a:latin typeface="Cambria"/>
                <a:ea typeface="Cambria"/>
                <a:cs typeface="Cambria"/>
                <a:sym typeface="Cambria"/>
              </a:rPr>
              <a:t>YOLOv8 initialized from Ultralytics for object detection and classification in images. </a:t>
            </a:r>
            <a:endParaRPr>
              <a:solidFill>
                <a:srgbClr val="000000"/>
              </a:solidFill>
              <a:latin typeface="Cambria"/>
              <a:ea typeface="Cambria"/>
              <a:cs typeface="Cambria"/>
              <a:sym typeface="Cambria"/>
            </a:endParaRPr>
          </a:p>
          <a:p>
            <a:pPr marL="0" lvl="0" indent="0" algn="just" rtl="0">
              <a:spcBef>
                <a:spcPts val="0"/>
              </a:spcBef>
              <a:spcAft>
                <a:spcPts val="0"/>
              </a:spcAft>
              <a:buNone/>
            </a:pP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Char char="●"/>
            </a:pPr>
            <a:r>
              <a:rPr lang="en">
                <a:solidFill>
                  <a:srgbClr val="000000"/>
                </a:solidFill>
                <a:latin typeface="Cambria"/>
                <a:ea typeface="Cambria"/>
                <a:cs typeface="Cambria"/>
                <a:sym typeface="Cambria"/>
              </a:rPr>
              <a:t>Classic Trackers which using contouring and background subtraction for person detection whilst leveraging using YOLO Models. </a:t>
            </a:r>
            <a:endParaRPr>
              <a:solidFill>
                <a:srgbClr val="000000"/>
              </a:solidFill>
              <a:latin typeface="Cambria"/>
              <a:ea typeface="Cambria"/>
              <a:cs typeface="Cambria"/>
              <a:sym typeface="Cambria"/>
            </a:endParaRPr>
          </a:p>
          <a:p>
            <a:pPr marL="457200" lvl="0" indent="0" algn="just" rtl="0">
              <a:spcBef>
                <a:spcPts val="0"/>
              </a:spcBef>
              <a:spcAft>
                <a:spcPts val="0"/>
              </a:spcAft>
              <a:buNone/>
            </a:pP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Char char="●"/>
            </a:pPr>
            <a:r>
              <a:rPr lang="en">
                <a:solidFill>
                  <a:srgbClr val="000000"/>
                </a:solidFill>
                <a:latin typeface="Cambria"/>
                <a:ea typeface="Cambria"/>
                <a:cs typeface="Cambria"/>
                <a:sym typeface="Cambria"/>
              </a:rPr>
              <a:t>Yolox_s used for video processing and object detection. </a:t>
            </a:r>
            <a:endParaRPr>
              <a:solidFill>
                <a:srgbClr val="000000"/>
              </a:solidFill>
              <a:latin typeface="Cambria"/>
              <a:ea typeface="Cambria"/>
              <a:cs typeface="Cambria"/>
              <a:sym typeface="Cambria"/>
            </a:endParaRPr>
          </a:p>
          <a:p>
            <a:pPr marL="0" lvl="0" indent="0" algn="just" rtl="0">
              <a:spcBef>
                <a:spcPts val="0"/>
              </a:spcBef>
              <a:spcAft>
                <a:spcPts val="0"/>
              </a:spcAft>
              <a:buNone/>
            </a:pPr>
            <a:endParaRPr>
              <a:solidFill>
                <a:srgbClr val="000000"/>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29" name="Google Shape;152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Method</a:t>
            </a:r>
            <a:endParaRPr/>
          </a:p>
        </p:txBody>
      </p:sp>
      <p:pic>
        <p:nvPicPr>
          <p:cNvPr id="1530" name="Google Shape;1530;p49" title="computers-13-00336-g001.png"/>
          <p:cNvPicPr preferRelativeResize="0"/>
          <p:nvPr/>
        </p:nvPicPr>
        <p:blipFill>
          <a:blip r:embed="rId3">
            <a:alphaModFix/>
          </a:blip>
          <a:stretch>
            <a:fillRect/>
          </a:stretch>
        </p:blipFill>
        <p:spPr>
          <a:xfrm>
            <a:off x="2055500" y="1180038"/>
            <a:ext cx="4871148" cy="1672075"/>
          </a:xfrm>
          <a:prstGeom prst="rect">
            <a:avLst/>
          </a:prstGeom>
          <a:noFill/>
          <a:ln>
            <a:noFill/>
          </a:ln>
        </p:spPr>
      </p:pic>
      <p:sp>
        <p:nvSpPr>
          <p:cNvPr id="1531" name="Google Shape;1531;p49"/>
          <p:cNvSpPr txBox="1">
            <a:spLocks noGrp="1"/>
          </p:cNvSpPr>
          <p:nvPr>
            <p:ph type="subTitle" idx="1"/>
          </p:nvPr>
        </p:nvSpPr>
        <p:spPr>
          <a:xfrm>
            <a:off x="734025" y="3014425"/>
            <a:ext cx="7514100" cy="1710600"/>
          </a:xfrm>
          <a:prstGeom prst="rect">
            <a:avLst/>
          </a:prstGeom>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Clr>
                <a:srgbClr val="000000"/>
              </a:buClr>
              <a:buSzPts val="1400"/>
              <a:buFont typeface="Arial"/>
              <a:buChar char="●"/>
            </a:pPr>
            <a:r>
              <a:rPr lang="en">
                <a:solidFill>
                  <a:srgbClr val="000000"/>
                </a:solidFill>
                <a:latin typeface="Cambria"/>
                <a:ea typeface="Cambria"/>
                <a:cs typeface="Cambria"/>
                <a:sym typeface="Cambria"/>
              </a:rPr>
              <a:t>YOLO divides the input image into a grid and predicts bounding boxes and class labels simultaneously in a single forward pass, enabling real-time performance.</a:t>
            </a:r>
            <a:endParaRPr>
              <a:solidFill>
                <a:srgbClr val="000000"/>
              </a:solidFill>
              <a:latin typeface="Cambria"/>
              <a:ea typeface="Cambria"/>
              <a:cs typeface="Cambria"/>
              <a:sym typeface="Cambria"/>
            </a:endParaRPr>
          </a:p>
          <a:p>
            <a:pPr marL="457200" lvl="0" indent="-317500" algn="just" rtl="0">
              <a:lnSpc>
                <a:spcPct val="115000"/>
              </a:lnSpc>
              <a:spcBef>
                <a:spcPts val="0"/>
              </a:spcBef>
              <a:spcAft>
                <a:spcPts val="0"/>
              </a:spcAft>
              <a:buClr>
                <a:srgbClr val="000000"/>
              </a:buClr>
              <a:buSzPts val="1400"/>
              <a:buFont typeface="Arial"/>
              <a:buChar char="●"/>
            </a:pPr>
            <a:r>
              <a:rPr lang="en">
                <a:solidFill>
                  <a:srgbClr val="000000"/>
                </a:solidFill>
                <a:latin typeface="Cambria"/>
                <a:ea typeface="Cambria"/>
                <a:cs typeface="Cambria"/>
                <a:sym typeface="Cambria"/>
              </a:rPr>
              <a:t>The model uses convolutional layers to extract spatial features, followed by fully connected (FC) layers.</a:t>
            </a:r>
            <a:endParaRPr>
              <a:solidFill>
                <a:srgbClr val="000000"/>
              </a:solidFill>
              <a:latin typeface="Cambria"/>
              <a:ea typeface="Cambria"/>
              <a:cs typeface="Cambria"/>
              <a:sym typeface="Cambria"/>
            </a:endParaRPr>
          </a:p>
          <a:p>
            <a:pPr marL="457200" lvl="0" indent="-317500" algn="just" rtl="0">
              <a:lnSpc>
                <a:spcPct val="115000"/>
              </a:lnSpc>
              <a:spcBef>
                <a:spcPts val="0"/>
              </a:spcBef>
              <a:spcAft>
                <a:spcPts val="0"/>
              </a:spcAft>
              <a:buClr>
                <a:srgbClr val="000000"/>
              </a:buClr>
              <a:buSzPts val="1400"/>
              <a:buFont typeface="Arial"/>
              <a:buChar char="●"/>
            </a:pPr>
            <a:r>
              <a:rPr lang="en">
                <a:solidFill>
                  <a:srgbClr val="000000"/>
                </a:solidFill>
                <a:latin typeface="Cambria"/>
                <a:ea typeface="Cambria"/>
                <a:cs typeface="Cambria"/>
                <a:sym typeface="Cambria"/>
              </a:rPr>
              <a:t>YOLO is ideal for retail use cases like shelf monitoring and smart cart detection, as it can process video frames in real-time and be easily fine-tuned to specific store products.</a:t>
            </a:r>
            <a:endParaRPr>
              <a:solidFill>
                <a:srgbClr val="000000"/>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Method</a:t>
            </a:r>
            <a:endParaRPr/>
          </a:p>
        </p:txBody>
      </p:sp>
      <p:sp>
        <p:nvSpPr>
          <p:cNvPr id="1537" name="Google Shape;1537;p50"/>
          <p:cNvSpPr txBox="1">
            <a:spLocks noGrp="1"/>
          </p:cNvSpPr>
          <p:nvPr>
            <p:ph type="subTitle" idx="6"/>
          </p:nvPr>
        </p:nvSpPr>
        <p:spPr>
          <a:xfrm>
            <a:off x="6305125" y="1376225"/>
            <a:ext cx="24225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Shelf Counting</a:t>
            </a:r>
            <a:endParaRPr/>
          </a:p>
        </p:txBody>
      </p:sp>
      <p:sp>
        <p:nvSpPr>
          <p:cNvPr id="1538" name="Google Shape;1538;p50"/>
          <p:cNvSpPr txBox="1">
            <a:spLocks noGrp="1"/>
          </p:cNvSpPr>
          <p:nvPr>
            <p:ph type="subTitle" idx="1"/>
          </p:nvPr>
        </p:nvSpPr>
        <p:spPr>
          <a:xfrm>
            <a:off x="21975" y="1696650"/>
            <a:ext cx="2691600" cy="3310500"/>
          </a:xfrm>
          <a:prstGeom prst="rect">
            <a:avLst/>
          </a:prstGeom>
        </p:spPr>
        <p:txBody>
          <a:bodyPr spcFirstLastPara="1" wrap="square" lIns="91425" tIns="91425" rIns="91425" bIns="91425" anchor="t" anchorCtr="0">
            <a:noAutofit/>
          </a:bodyPr>
          <a:lstStyle/>
          <a:p>
            <a:pPr marL="457200" lvl="0" indent="-304800" algn="just" rtl="0">
              <a:lnSpc>
                <a:spcPct val="100000"/>
              </a:lnSpc>
              <a:spcBef>
                <a:spcPts val="1000"/>
              </a:spcBef>
              <a:spcAft>
                <a:spcPts val="0"/>
              </a:spcAft>
              <a:buClr>
                <a:srgbClr val="000000"/>
              </a:buClr>
              <a:buSzPts val="1200"/>
              <a:buFont typeface="Cambria"/>
              <a:buChar char="●"/>
            </a:pPr>
            <a:r>
              <a:rPr lang="en" sz="1200">
                <a:solidFill>
                  <a:srgbClr val="000000"/>
                </a:solidFill>
                <a:latin typeface="Cambria"/>
                <a:ea typeface="Cambria"/>
                <a:cs typeface="Cambria"/>
                <a:sym typeface="Cambria"/>
              </a:rPr>
              <a:t>Use video streams from smart carts equipped with cameras.</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0"/>
              </a:spcAft>
              <a:buClr>
                <a:srgbClr val="000000"/>
              </a:buClr>
              <a:buSzPts val="1200"/>
              <a:buFont typeface="Cambria"/>
              <a:buChar char="●"/>
            </a:pPr>
            <a:r>
              <a:rPr lang="en" sz="1200">
                <a:solidFill>
                  <a:srgbClr val="000000"/>
                </a:solidFill>
                <a:latin typeface="Cambria"/>
                <a:ea typeface="Cambria"/>
                <a:cs typeface="Cambria"/>
                <a:sym typeface="Cambria"/>
              </a:rPr>
              <a:t>YOLO training pipelines are used with Roboflow-style datasets.</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0"/>
              </a:spcAft>
              <a:buClr>
                <a:srgbClr val="000000"/>
              </a:buClr>
              <a:buSzPts val="1200"/>
              <a:buFont typeface="Cambria"/>
              <a:buChar char="●"/>
            </a:pPr>
            <a:r>
              <a:rPr lang="en" sz="1200">
                <a:solidFill>
                  <a:srgbClr val="000000"/>
                </a:solidFill>
                <a:latin typeface="Cambria"/>
                <a:ea typeface="Cambria"/>
                <a:cs typeface="Cambria"/>
                <a:sym typeface="Cambria"/>
              </a:rPr>
              <a:t>Train a YOLONAS Small model to detect products as they are placed into the cart.</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1000"/>
              </a:spcAft>
              <a:buClr>
                <a:srgbClr val="000000"/>
              </a:buClr>
              <a:buSzPts val="1200"/>
              <a:buFont typeface="Cambria"/>
              <a:buChar char="●"/>
            </a:pPr>
            <a:r>
              <a:rPr lang="en" sz="1200">
                <a:solidFill>
                  <a:srgbClr val="000000"/>
                </a:solidFill>
                <a:latin typeface="Cambria"/>
                <a:ea typeface="Cambria"/>
                <a:cs typeface="Cambria"/>
                <a:sym typeface="Cambria"/>
              </a:rPr>
              <a:t>Track product pickup frequency and generate real-time basket content.</a:t>
            </a:r>
            <a:endParaRPr sz="1200">
              <a:solidFill>
                <a:srgbClr val="000000"/>
              </a:solidFill>
              <a:latin typeface="Cambria"/>
              <a:ea typeface="Cambria"/>
              <a:cs typeface="Cambria"/>
              <a:sym typeface="Cambria"/>
            </a:endParaRPr>
          </a:p>
        </p:txBody>
      </p:sp>
      <p:sp>
        <p:nvSpPr>
          <p:cNvPr id="1539" name="Google Shape;1539;p50"/>
          <p:cNvSpPr txBox="1">
            <a:spLocks noGrp="1"/>
          </p:cNvSpPr>
          <p:nvPr>
            <p:ph type="subTitle" idx="2"/>
          </p:nvPr>
        </p:nvSpPr>
        <p:spPr>
          <a:xfrm>
            <a:off x="2902550" y="1655700"/>
            <a:ext cx="3070800" cy="3392400"/>
          </a:xfrm>
          <a:prstGeom prst="rect">
            <a:avLst/>
          </a:prstGeom>
        </p:spPr>
        <p:txBody>
          <a:bodyPr spcFirstLastPara="1" wrap="square" lIns="91425" tIns="91425" rIns="91425" bIns="91425" anchor="t" anchorCtr="0">
            <a:noAutofit/>
          </a:bodyPr>
          <a:lstStyle/>
          <a:p>
            <a:pPr marL="457200" lvl="0" indent="-304800" algn="just" rtl="0">
              <a:lnSpc>
                <a:spcPct val="100000"/>
              </a:lnSpc>
              <a:spcBef>
                <a:spcPts val="1000"/>
              </a:spcBef>
              <a:spcAft>
                <a:spcPts val="0"/>
              </a:spcAft>
              <a:buClr>
                <a:srgbClr val="000000"/>
              </a:buClr>
              <a:buSzPts val="1200"/>
              <a:buFont typeface="Arial"/>
              <a:buChar char="●"/>
            </a:pPr>
            <a:r>
              <a:rPr lang="en" sz="1200">
                <a:solidFill>
                  <a:srgbClr val="000000"/>
                </a:solidFill>
                <a:latin typeface="Cambria"/>
                <a:ea typeface="Cambria"/>
                <a:cs typeface="Cambria"/>
                <a:sym typeface="Cambria"/>
              </a:rPr>
              <a:t>Frames are passed through the YOLOv8 detector where YOLO outputs bounding boxes with confidence scores.</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0"/>
              </a:spcAft>
              <a:buClr>
                <a:srgbClr val="000000"/>
              </a:buClr>
              <a:buSzPts val="1200"/>
              <a:buFont typeface="Arial"/>
              <a:buChar char="●"/>
            </a:pPr>
            <a:r>
              <a:rPr lang="en" sz="1200">
                <a:solidFill>
                  <a:srgbClr val="000000"/>
                </a:solidFill>
                <a:latin typeface="Cambria"/>
                <a:ea typeface="Cambria"/>
                <a:cs typeface="Cambria"/>
                <a:sym typeface="Cambria"/>
              </a:rPr>
              <a:t>High confidence tracks are matched with existing tracks and Remaining tracks are then matched to low-confidence detections.</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0"/>
              </a:spcAft>
              <a:buClr>
                <a:srgbClr val="000000"/>
              </a:buClr>
              <a:buSzPts val="1200"/>
              <a:buFont typeface="Arial"/>
              <a:buChar char="●"/>
            </a:pPr>
            <a:r>
              <a:rPr lang="en" sz="1200">
                <a:solidFill>
                  <a:srgbClr val="000000"/>
                </a:solidFill>
                <a:latin typeface="Cambria"/>
                <a:ea typeface="Cambria"/>
                <a:cs typeface="Cambria"/>
                <a:sym typeface="Cambria"/>
              </a:rPr>
              <a:t>Each tracked person is assigned a persistent ID across frames.</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1000"/>
              </a:spcAft>
              <a:buClr>
                <a:srgbClr val="000000"/>
              </a:buClr>
              <a:buSzPts val="1200"/>
              <a:buFont typeface="Cambria"/>
              <a:buChar char="●"/>
            </a:pPr>
            <a:r>
              <a:rPr lang="en" sz="1200">
                <a:solidFill>
                  <a:srgbClr val="000000"/>
                </a:solidFill>
                <a:latin typeface="Cambria"/>
                <a:ea typeface="Cambria"/>
                <a:cs typeface="Cambria"/>
                <a:sym typeface="Cambria"/>
              </a:rPr>
              <a:t>Movements from zones are tracked across IDs.</a:t>
            </a:r>
            <a:endParaRPr sz="1200">
              <a:solidFill>
                <a:srgbClr val="000000"/>
              </a:solidFill>
              <a:latin typeface="Cambria"/>
              <a:ea typeface="Cambria"/>
              <a:cs typeface="Cambria"/>
              <a:sym typeface="Cambria"/>
            </a:endParaRPr>
          </a:p>
        </p:txBody>
      </p:sp>
      <p:sp>
        <p:nvSpPr>
          <p:cNvPr id="1540" name="Google Shape;1540;p50"/>
          <p:cNvSpPr txBox="1">
            <a:spLocks noGrp="1"/>
          </p:cNvSpPr>
          <p:nvPr>
            <p:ph type="subTitle" idx="3"/>
          </p:nvPr>
        </p:nvSpPr>
        <p:spPr>
          <a:xfrm>
            <a:off x="6028525" y="1655700"/>
            <a:ext cx="2984100" cy="2878200"/>
          </a:xfrm>
          <a:prstGeom prst="rect">
            <a:avLst/>
          </a:prstGeom>
        </p:spPr>
        <p:txBody>
          <a:bodyPr spcFirstLastPara="1" wrap="square" lIns="91425" tIns="91425" rIns="91425" bIns="91425" anchor="t" anchorCtr="0">
            <a:noAutofit/>
          </a:bodyPr>
          <a:lstStyle/>
          <a:p>
            <a:pPr marL="457200" lvl="0" indent="-304800" algn="just" rtl="0">
              <a:lnSpc>
                <a:spcPct val="100000"/>
              </a:lnSpc>
              <a:spcBef>
                <a:spcPts val="1000"/>
              </a:spcBef>
              <a:spcAft>
                <a:spcPts val="0"/>
              </a:spcAft>
              <a:buSzPts val="1200"/>
              <a:buChar char="●"/>
            </a:pPr>
            <a:r>
              <a:rPr lang="en" sz="1200">
                <a:solidFill>
                  <a:srgbClr val="000000"/>
                </a:solidFill>
                <a:latin typeface="Cambria"/>
                <a:ea typeface="Cambria"/>
                <a:cs typeface="Cambria"/>
                <a:sym typeface="Cambria"/>
              </a:rPr>
              <a:t>Utilise YOLOv8 Model and fine-tune on retail shelf images for object detection. </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0"/>
              </a:spcAft>
              <a:buClr>
                <a:srgbClr val="000000"/>
              </a:buClr>
              <a:buSzPts val="1200"/>
              <a:buFont typeface="Arial"/>
              <a:buChar char="●"/>
            </a:pPr>
            <a:r>
              <a:rPr lang="en" sz="1200">
                <a:solidFill>
                  <a:srgbClr val="000000"/>
                </a:solidFill>
                <a:latin typeface="Cambria"/>
                <a:ea typeface="Cambria"/>
                <a:cs typeface="Cambria"/>
                <a:sym typeface="Cambria"/>
              </a:rPr>
              <a:t>Validate the results for object detection and classification(55 class retail dataset).</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0"/>
              </a:spcAft>
              <a:buClr>
                <a:srgbClr val="000000"/>
              </a:buClr>
              <a:buSzPts val="1200"/>
              <a:buFont typeface="Cambria"/>
              <a:buChar char="●"/>
            </a:pPr>
            <a:r>
              <a:rPr lang="en" sz="1200">
                <a:solidFill>
                  <a:srgbClr val="000000"/>
                </a:solidFill>
                <a:latin typeface="Cambria"/>
                <a:ea typeface="Cambria"/>
                <a:cs typeface="Cambria"/>
                <a:sym typeface="Cambria"/>
              </a:rPr>
              <a:t>Compare “before” and “after” shelf images to infer sales and restock needs.</a:t>
            </a:r>
            <a:endParaRPr sz="1200">
              <a:solidFill>
                <a:srgbClr val="000000"/>
              </a:solidFill>
              <a:latin typeface="Cambria"/>
              <a:ea typeface="Cambria"/>
              <a:cs typeface="Cambria"/>
              <a:sym typeface="Cambria"/>
            </a:endParaRPr>
          </a:p>
          <a:p>
            <a:pPr marL="457200" lvl="0" indent="-304800" algn="just" rtl="0">
              <a:lnSpc>
                <a:spcPct val="100000"/>
              </a:lnSpc>
              <a:spcBef>
                <a:spcPts val="1000"/>
              </a:spcBef>
              <a:spcAft>
                <a:spcPts val="1000"/>
              </a:spcAft>
              <a:buClr>
                <a:srgbClr val="000000"/>
              </a:buClr>
              <a:buSzPts val="1200"/>
              <a:buFont typeface="Cambria"/>
              <a:buChar char="●"/>
            </a:pPr>
            <a:r>
              <a:rPr lang="en" sz="1200">
                <a:solidFill>
                  <a:srgbClr val="000000"/>
                </a:solidFill>
                <a:latin typeface="Cambria"/>
                <a:ea typeface="Cambria"/>
                <a:cs typeface="Cambria"/>
                <a:sym typeface="Cambria"/>
              </a:rPr>
              <a:t>Provide per-class count statistics and visual results for store staff.</a:t>
            </a:r>
            <a:endParaRPr sz="1200">
              <a:latin typeface="Cambria"/>
              <a:ea typeface="Cambria"/>
              <a:cs typeface="Cambria"/>
              <a:sym typeface="Cambria"/>
            </a:endParaRPr>
          </a:p>
        </p:txBody>
      </p:sp>
      <p:sp>
        <p:nvSpPr>
          <p:cNvPr id="1541" name="Google Shape;1541;p50"/>
          <p:cNvSpPr txBox="1">
            <a:spLocks noGrp="1"/>
          </p:cNvSpPr>
          <p:nvPr>
            <p:ph type="subTitle" idx="4"/>
          </p:nvPr>
        </p:nvSpPr>
        <p:spPr>
          <a:xfrm>
            <a:off x="164763" y="1376213"/>
            <a:ext cx="24060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Cart Counting</a:t>
            </a:r>
            <a:endParaRPr/>
          </a:p>
        </p:txBody>
      </p:sp>
      <p:sp>
        <p:nvSpPr>
          <p:cNvPr id="1542" name="Google Shape;1542;p50"/>
          <p:cNvSpPr txBox="1">
            <a:spLocks noGrp="1"/>
          </p:cNvSpPr>
          <p:nvPr>
            <p:ph type="subTitle" idx="5"/>
          </p:nvPr>
        </p:nvSpPr>
        <p:spPr>
          <a:xfrm>
            <a:off x="2990750" y="1376225"/>
            <a:ext cx="27606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Person Detection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6"/>
        <p:cNvGrpSpPr/>
        <p:nvPr/>
      </p:nvGrpSpPr>
      <p:grpSpPr>
        <a:xfrm>
          <a:off x="0" y="0"/>
          <a:ext cx="0" cy="0"/>
          <a:chOff x="0" y="0"/>
          <a:chExt cx="0" cy="0"/>
        </a:xfrm>
      </p:grpSpPr>
      <p:sp>
        <p:nvSpPr>
          <p:cNvPr id="1547" name="Google Shape;1547;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Datasets</a:t>
            </a:r>
            <a:endParaRPr/>
          </a:p>
        </p:txBody>
      </p:sp>
      <p:sp>
        <p:nvSpPr>
          <p:cNvPr id="1548" name="Google Shape;1548;p51"/>
          <p:cNvSpPr txBox="1">
            <a:spLocks noGrp="1"/>
          </p:cNvSpPr>
          <p:nvPr>
            <p:ph type="subTitle" idx="1"/>
          </p:nvPr>
        </p:nvSpPr>
        <p:spPr>
          <a:xfrm>
            <a:off x="411725" y="1338425"/>
            <a:ext cx="7637400" cy="3439200"/>
          </a:xfrm>
          <a:prstGeom prst="rect">
            <a:avLst/>
          </a:prstGeom>
        </p:spPr>
        <p:txBody>
          <a:bodyPr spcFirstLastPara="1" wrap="square" lIns="91425" tIns="91425" rIns="91425" bIns="91425" anchor="t" anchorCtr="0">
            <a:noAutofit/>
          </a:bodyPr>
          <a:lstStyle/>
          <a:p>
            <a:pPr marL="457200" lvl="0" indent="-323850" algn="just" rtl="0">
              <a:lnSpc>
                <a:spcPct val="100000"/>
              </a:lnSpc>
              <a:spcBef>
                <a:spcPts val="0"/>
              </a:spcBef>
              <a:spcAft>
                <a:spcPts val="0"/>
              </a:spcAft>
              <a:buClr>
                <a:srgbClr val="000000"/>
              </a:buClr>
              <a:buSzPts val="1500"/>
              <a:buFont typeface="Cambria"/>
              <a:buChar char="●"/>
            </a:pPr>
            <a:r>
              <a:rPr lang="en" sz="1500">
                <a:solidFill>
                  <a:srgbClr val="000000"/>
                </a:solidFill>
                <a:latin typeface="Cambria"/>
                <a:ea typeface="Cambria"/>
                <a:cs typeface="Cambria"/>
                <a:sym typeface="Cambria"/>
              </a:rPr>
              <a:t>Roboflow image data with 27 classes - Apples, Banana, Milk, Oil, etc. The model is then trained and fine tuned for object detection for Cart shopping objective.</a:t>
            </a:r>
            <a:endParaRPr sz="1500">
              <a:solidFill>
                <a:srgbClr val="000000"/>
              </a:solidFill>
              <a:latin typeface="Cambria"/>
              <a:ea typeface="Cambria"/>
              <a:cs typeface="Cambria"/>
              <a:sym typeface="Cambria"/>
            </a:endParaRPr>
          </a:p>
          <a:p>
            <a:pPr marL="457200" lvl="0" indent="0" algn="just" rtl="0">
              <a:lnSpc>
                <a:spcPct val="100000"/>
              </a:lnSpc>
              <a:spcBef>
                <a:spcPts val="0"/>
              </a:spcBef>
              <a:spcAft>
                <a:spcPts val="0"/>
              </a:spcAft>
              <a:buNone/>
            </a:pPr>
            <a:endParaRPr sz="1500">
              <a:solidFill>
                <a:srgbClr val="000000"/>
              </a:solidFill>
              <a:latin typeface="Cambria"/>
              <a:ea typeface="Cambria"/>
              <a:cs typeface="Cambria"/>
              <a:sym typeface="Cambria"/>
            </a:endParaRPr>
          </a:p>
          <a:p>
            <a:pPr marL="457200" lvl="0" indent="-323850" algn="just" rtl="0">
              <a:lnSpc>
                <a:spcPct val="100000"/>
              </a:lnSpc>
              <a:spcBef>
                <a:spcPts val="0"/>
              </a:spcBef>
              <a:spcAft>
                <a:spcPts val="0"/>
              </a:spcAft>
              <a:buClr>
                <a:srgbClr val="000000"/>
              </a:buClr>
              <a:buSzPts val="1500"/>
              <a:buFont typeface="Cambria"/>
              <a:buChar char="●"/>
            </a:pPr>
            <a:r>
              <a:rPr lang="en" sz="1500">
                <a:solidFill>
                  <a:srgbClr val="000000"/>
                </a:solidFill>
                <a:latin typeface="Cambria"/>
                <a:ea typeface="Cambria"/>
                <a:cs typeface="Cambria"/>
                <a:sym typeface="Cambria"/>
              </a:rPr>
              <a:t>Roboflow people counting Data for image/frame analysis fine tuned for person detection objective.</a:t>
            </a:r>
            <a:endParaRPr sz="1500">
              <a:solidFill>
                <a:srgbClr val="000000"/>
              </a:solidFill>
              <a:latin typeface="Cambria"/>
              <a:ea typeface="Cambria"/>
              <a:cs typeface="Cambria"/>
              <a:sym typeface="Cambria"/>
            </a:endParaRPr>
          </a:p>
          <a:p>
            <a:pPr marL="457200" lvl="0" indent="0" algn="just" rtl="0">
              <a:lnSpc>
                <a:spcPct val="100000"/>
              </a:lnSpc>
              <a:spcBef>
                <a:spcPts val="0"/>
              </a:spcBef>
              <a:spcAft>
                <a:spcPts val="0"/>
              </a:spcAft>
              <a:buNone/>
            </a:pPr>
            <a:endParaRPr sz="1500">
              <a:solidFill>
                <a:srgbClr val="000000"/>
              </a:solidFill>
              <a:latin typeface="Cambria"/>
              <a:ea typeface="Cambria"/>
              <a:cs typeface="Cambria"/>
              <a:sym typeface="Cambria"/>
            </a:endParaRPr>
          </a:p>
          <a:p>
            <a:pPr marL="457200" lvl="0" indent="-323850" algn="just" rtl="0">
              <a:lnSpc>
                <a:spcPct val="100000"/>
              </a:lnSpc>
              <a:spcBef>
                <a:spcPts val="0"/>
              </a:spcBef>
              <a:spcAft>
                <a:spcPts val="0"/>
              </a:spcAft>
              <a:buClr>
                <a:srgbClr val="000000"/>
              </a:buClr>
              <a:buSzPts val="1500"/>
              <a:buFont typeface="Cambria"/>
              <a:buChar char="●"/>
            </a:pPr>
            <a:r>
              <a:rPr lang="en" sz="1500">
                <a:solidFill>
                  <a:srgbClr val="000000"/>
                </a:solidFill>
                <a:latin typeface="Cambria"/>
                <a:ea typeface="Cambria"/>
                <a:cs typeface="Cambria"/>
                <a:sym typeface="Cambria"/>
              </a:rPr>
              <a:t>Custom Retail shelf image dataset of annotated shelf images (55 classes) used for fine tuning Shelf product detection.</a:t>
            </a:r>
            <a:endParaRPr sz="1500">
              <a:solidFill>
                <a:srgbClr val="000000"/>
              </a:solidFill>
              <a:latin typeface="Cambria"/>
              <a:ea typeface="Cambria"/>
              <a:cs typeface="Cambria"/>
              <a:sym typeface="Cambria"/>
            </a:endParaRPr>
          </a:p>
          <a:p>
            <a:pPr marL="0" lvl="0" indent="0" algn="just" rtl="0">
              <a:lnSpc>
                <a:spcPct val="100000"/>
              </a:lnSpc>
              <a:spcBef>
                <a:spcPts val="0"/>
              </a:spcBef>
              <a:spcAft>
                <a:spcPts val="0"/>
              </a:spcAft>
              <a:buNone/>
            </a:pPr>
            <a:endParaRPr sz="1100">
              <a:solidFill>
                <a:srgbClr val="000000"/>
              </a:solidFill>
              <a:latin typeface="Cambria"/>
              <a:ea typeface="Cambria"/>
              <a:cs typeface="Cambria"/>
              <a:sym typeface="Cambria"/>
            </a:endParaRPr>
          </a:p>
          <a:p>
            <a:pPr marL="0" lvl="0" indent="0" algn="just" rtl="0">
              <a:lnSpc>
                <a:spcPct val="100000"/>
              </a:lnSpc>
              <a:spcBef>
                <a:spcPts val="0"/>
              </a:spcBef>
              <a:spcAft>
                <a:spcPts val="0"/>
              </a:spcAft>
              <a:buNone/>
            </a:pPr>
            <a:endParaRPr sz="1100">
              <a:latin typeface="Cambria"/>
              <a:ea typeface="Cambria"/>
              <a:cs typeface="Cambria"/>
              <a:sym typeface="Cambria"/>
            </a:endParaRPr>
          </a:p>
          <a:p>
            <a:pPr marL="0" lvl="0" indent="0" algn="just" rtl="0">
              <a:lnSpc>
                <a:spcPct val="100000"/>
              </a:lnSpc>
              <a:spcBef>
                <a:spcPts val="0"/>
              </a:spcBef>
              <a:spcAft>
                <a:spcPts val="0"/>
              </a:spcAft>
              <a:buNone/>
            </a:pPr>
            <a:endParaRPr sz="1100">
              <a:solidFill>
                <a:srgbClr val="000000"/>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2"/>
        <p:cNvGrpSpPr/>
        <p:nvPr/>
      </p:nvGrpSpPr>
      <p:grpSpPr>
        <a:xfrm>
          <a:off x="0" y="0"/>
          <a:ext cx="0" cy="0"/>
          <a:chOff x="0" y="0"/>
          <a:chExt cx="0" cy="0"/>
        </a:xfrm>
      </p:grpSpPr>
      <p:sp>
        <p:nvSpPr>
          <p:cNvPr id="1553" name="Google Shape;1553;p52"/>
          <p:cNvSpPr txBox="1">
            <a:spLocks noGrp="1"/>
          </p:cNvSpPr>
          <p:nvPr>
            <p:ph type="title"/>
          </p:nvPr>
        </p:nvSpPr>
        <p:spPr>
          <a:xfrm>
            <a:off x="681100" y="18825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 Shelf Detection</a:t>
            </a:r>
            <a:endParaRPr/>
          </a:p>
        </p:txBody>
      </p:sp>
      <p:pic>
        <p:nvPicPr>
          <p:cNvPr id="1554" name="Google Shape;1554;p52"/>
          <p:cNvPicPr preferRelativeResize="0"/>
          <p:nvPr/>
        </p:nvPicPr>
        <p:blipFill>
          <a:blip r:embed="rId3">
            <a:alphaModFix/>
          </a:blip>
          <a:stretch>
            <a:fillRect/>
          </a:stretch>
        </p:blipFill>
        <p:spPr>
          <a:xfrm>
            <a:off x="629600" y="760938"/>
            <a:ext cx="3752325" cy="2501550"/>
          </a:xfrm>
          <a:prstGeom prst="rect">
            <a:avLst/>
          </a:prstGeom>
          <a:noFill/>
          <a:ln>
            <a:noFill/>
          </a:ln>
        </p:spPr>
      </p:pic>
      <p:pic>
        <p:nvPicPr>
          <p:cNvPr id="1555" name="Google Shape;1555;p52" title="PR_curve.png"/>
          <p:cNvPicPr preferRelativeResize="0"/>
          <p:nvPr/>
        </p:nvPicPr>
        <p:blipFill>
          <a:blip r:embed="rId4">
            <a:alphaModFix/>
          </a:blip>
          <a:stretch>
            <a:fillRect/>
          </a:stretch>
        </p:blipFill>
        <p:spPr>
          <a:xfrm>
            <a:off x="5126225" y="698700"/>
            <a:ext cx="3945149" cy="2195125"/>
          </a:xfrm>
          <a:prstGeom prst="rect">
            <a:avLst/>
          </a:prstGeom>
          <a:noFill/>
          <a:ln>
            <a:noFill/>
          </a:ln>
        </p:spPr>
      </p:pic>
      <p:pic>
        <p:nvPicPr>
          <p:cNvPr id="1556" name="Google Shape;1556;p52" title="R_curve.png"/>
          <p:cNvPicPr preferRelativeResize="0"/>
          <p:nvPr/>
        </p:nvPicPr>
        <p:blipFill>
          <a:blip r:embed="rId5">
            <a:alphaModFix/>
          </a:blip>
          <a:stretch>
            <a:fillRect/>
          </a:stretch>
        </p:blipFill>
        <p:spPr>
          <a:xfrm>
            <a:off x="5248975" y="3011450"/>
            <a:ext cx="3372800" cy="1960850"/>
          </a:xfrm>
          <a:prstGeom prst="rect">
            <a:avLst/>
          </a:prstGeom>
          <a:noFill/>
          <a:ln>
            <a:noFill/>
          </a:ln>
        </p:spPr>
      </p:pic>
      <p:sp>
        <p:nvSpPr>
          <p:cNvPr id="1557" name="Google Shape;1557;p52"/>
          <p:cNvSpPr txBox="1">
            <a:spLocks noGrp="1"/>
          </p:cNvSpPr>
          <p:nvPr>
            <p:ph type="subTitle" idx="1"/>
          </p:nvPr>
        </p:nvSpPr>
        <p:spPr>
          <a:xfrm>
            <a:off x="410575" y="3557900"/>
            <a:ext cx="4419900" cy="1486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100" b="1">
                <a:latin typeface="Cambria"/>
                <a:ea typeface="Cambria"/>
                <a:cs typeface="Cambria"/>
                <a:sym typeface="Cambria"/>
              </a:rPr>
              <a:t>Confidence score:</a:t>
            </a:r>
            <a:r>
              <a:rPr lang="en" sz="1100">
                <a:latin typeface="Cambria"/>
                <a:ea typeface="Cambria"/>
                <a:cs typeface="Cambria"/>
                <a:sym typeface="Cambria"/>
              </a:rPr>
              <a:t> majority of detections have high confidence scores, with most clustering around 0.9 and above, indicating strong model certainty.</a:t>
            </a:r>
            <a:endParaRPr sz="1100">
              <a:latin typeface="Cambria"/>
              <a:ea typeface="Cambria"/>
              <a:cs typeface="Cambria"/>
              <a:sym typeface="Cambria"/>
            </a:endParaRPr>
          </a:p>
          <a:p>
            <a:pPr marL="0" lvl="0" indent="0" algn="just" rtl="0">
              <a:spcBef>
                <a:spcPts val="0"/>
              </a:spcBef>
              <a:spcAft>
                <a:spcPts val="0"/>
              </a:spcAft>
              <a:buNone/>
            </a:pPr>
            <a:endParaRPr sz="1100">
              <a:latin typeface="Cambria"/>
              <a:ea typeface="Cambria"/>
              <a:cs typeface="Cambria"/>
              <a:sym typeface="Cambria"/>
            </a:endParaRPr>
          </a:p>
          <a:p>
            <a:pPr marL="0" lvl="0" indent="0" algn="just" rtl="0">
              <a:spcBef>
                <a:spcPts val="0"/>
              </a:spcBef>
              <a:spcAft>
                <a:spcPts val="0"/>
              </a:spcAft>
              <a:buNone/>
            </a:pPr>
            <a:r>
              <a:rPr lang="en" sz="1100" b="1">
                <a:latin typeface="Cambria"/>
                <a:ea typeface="Cambria"/>
                <a:cs typeface="Cambria"/>
                <a:sym typeface="Cambria"/>
              </a:rPr>
              <a:t>mAP@0.5</a:t>
            </a:r>
            <a:r>
              <a:rPr lang="en" sz="1100">
                <a:latin typeface="Cambria"/>
                <a:ea typeface="Cambria"/>
                <a:cs typeface="Cambria"/>
                <a:sym typeface="Cambria"/>
              </a:rPr>
              <a:t> = 0.958</a:t>
            </a:r>
            <a:r>
              <a:rPr lang="en" sz="1100">
                <a:solidFill>
                  <a:srgbClr val="000000"/>
                </a:solidFill>
                <a:latin typeface="Cambria"/>
                <a:ea typeface="Cambria"/>
                <a:cs typeface="Cambria"/>
                <a:sym typeface="Cambria"/>
              </a:rPr>
              <a:t> indicates that our object detection model has very high accuracy at an IoU (Intersection over Union) threshold of 0.5.</a:t>
            </a:r>
            <a:endParaRPr sz="1100">
              <a:latin typeface="Cambria"/>
              <a:ea typeface="Cambria"/>
              <a:cs typeface="Cambria"/>
              <a:sym typeface="Cambria"/>
            </a:endParaRPr>
          </a:p>
          <a:p>
            <a:pPr marL="0" lvl="0" indent="0" algn="just" rtl="0">
              <a:spcBef>
                <a:spcPts val="0"/>
              </a:spcBef>
              <a:spcAft>
                <a:spcPts val="0"/>
              </a:spcAft>
              <a:buNone/>
            </a:pPr>
            <a:endParaRPr sz="1100">
              <a:latin typeface="Cambria"/>
              <a:ea typeface="Cambria"/>
              <a:cs typeface="Cambria"/>
              <a:sym typeface="Cambria"/>
            </a:endParaRPr>
          </a:p>
        </p:txBody>
      </p:sp>
      <p:sp>
        <p:nvSpPr>
          <p:cNvPr id="1558" name="Google Shape;1558;p52"/>
          <p:cNvSpPr txBox="1"/>
          <p:nvPr/>
        </p:nvSpPr>
        <p:spPr>
          <a:xfrm>
            <a:off x="5375200" y="2731250"/>
            <a:ext cx="2653500" cy="2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latin typeface="Poppins"/>
                <a:ea typeface="Poppins"/>
                <a:cs typeface="Poppins"/>
                <a:sym typeface="Poppins"/>
              </a:rPr>
              <a:t>Fig: Precision vs Recall Curve</a:t>
            </a:r>
            <a:endParaRPr sz="1100">
              <a:solidFill>
                <a:schemeClr val="dk1"/>
              </a:solidFill>
              <a:latin typeface="Poppins"/>
              <a:ea typeface="Poppins"/>
              <a:cs typeface="Poppins"/>
              <a:sym typeface="Poppins"/>
            </a:endParaRPr>
          </a:p>
        </p:txBody>
      </p:sp>
      <p:sp>
        <p:nvSpPr>
          <p:cNvPr id="1559" name="Google Shape;1559;p52"/>
          <p:cNvSpPr txBox="1"/>
          <p:nvPr/>
        </p:nvSpPr>
        <p:spPr>
          <a:xfrm>
            <a:off x="5485875" y="4872800"/>
            <a:ext cx="2217600" cy="1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Poppins"/>
                <a:ea typeface="Poppins"/>
                <a:cs typeface="Poppins"/>
                <a:sym typeface="Poppins"/>
              </a:rPr>
              <a:t>Recall vs Confidence Curve</a:t>
            </a:r>
            <a:endParaRPr sz="600">
              <a:solidFill>
                <a:schemeClr val="dk1"/>
              </a:solidFill>
              <a:latin typeface="Poppins"/>
              <a:ea typeface="Poppins"/>
              <a:cs typeface="Poppins"/>
              <a:sym typeface="Poppins"/>
            </a:endParaRPr>
          </a:p>
        </p:txBody>
      </p:sp>
      <p:sp>
        <p:nvSpPr>
          <p:cNvPr id="1560" name="Google Shape;1560;p52"/>
          <p:cNvSpPr txBox="1"/>
          <p:nvPr/>
        </p:nvSpPr>
        <p:spPr>
          <a:xfrm>
            <a:off x="629600" y="3104775"/>
            <a:ext cx="3704700" cy="2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Poppins"/>
                <a:ea typeface="Poppins"/>
                <a:cs typeface="Poppins"/>
                <a:sym typeface="Poppins"/>
              </a:rPr>
              <a:t>Fig: Confidence Score Distribution for Top 10 Classes</a:t>
            </a:r>
            <a:endParaRPr sz="1000">
              <a:solidFill>
                <a:schemeClr val="dk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1565" name="Google Shape;1565;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Results:Cart Detection</a:t>
            </a:r>
            <a:endParaRPr/>
          </a:p>
        </p:txBody>
      </p:sp>
      <p:pic>
        <p:nvPicPr>
          <p:cNvPr id="1566" name="Google Shape;1566;p53"/>
          <p:cNvPicPr preferRelativeResize="0"/>
          <p:nvPr/>
        </p:nvPicPr>
        <p:blipFill>
          <a:blip r:embed="rId3">
            <a:alphaModFix/>
          </a:blip>
          <a:stretch>
            <a:fillRect/>
          </a:stretch>
        </p:blipFill>
        <p:spPr>
          <a:xfrm>
            <a:off x="720005" y="1535313"/>
            <a:ext cx="3841225" cy="2483625"/>
          </a:xfrm>
          <a:prstGeom prst="rect">
            <a:avLst/>
          </a:prstGeom>
          <a:noFill/>
          <a:ln>
            <a:noFill/>
          </a:ln>
        </p:spPr>
      </p:pic>
      <p:pic>
        <p:nvPicPr>
          <p:cNvPr id="1567" name="Google Shape;1567;p53" title="Screenshot 2025-04-23 at 6.20.04 PM.png"/>
          <p:cNvPicPr preferRelativeResize="0"/>
          <p:nvPr/>
        </p:nvPicPr>
        <p:blipFill>
          <a:blip r:embed="rId4">
            <a:alphaModFix/>
          </a:blip>
          <a:stretch>
            <a:fillRect/>
          </a:stretch>
        </p:blipFill>
        <p:spPr>
          <a:xfrm>
            <a:off x="4798375" y="980061"/>
            <a:ext cx="3841225" cy="3817117"/>
          </a:xfrm>
          <a:prstGeom prst="rect">
            <a:avLst/>
          </a:prstGeom>
          <a:noFill/>
          <a:ln>
            <a:noFill/>
          </a:ln>
        </p:spPr>
      </p:pic>
      <p:sp>
        <p:nvSpPr>
          <p:cNvPr id="1568" name="Google Shape;1568;p53"/>
          <p:cNvSpPr txBox="1"/>
          <p:nvPr/>
        </p:nvSpPr>
        <p:spPr>
          <a:xfrm>
            <a:off x="755800" y="4175500"/>
            <a:ext cx="3816300" cy="441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200">
                <a:solidFill>
                  <a:schemeClr val="dk1"/>
                </a:solidFill>
                <a:latin typeface="Cambria"/>
                <a:ea typeface="Cambria"/>
                <a:cs typeface="Cambria"/>
                <a:sym typeface="Cambria"/>
              </a:rPr>
              <a:t> Validation mAP@0.50 steadily increases, indicating improved object detection accuracy as training progresses.</a:t>
            </a:r>
            <a:endParaRPr sz="1200">
              <a:solidFill>
                <a:schemeClr val="dk1"/>
              </a:solidFill>
              <a:latin typeface="Cambria"/>
              <a:ea typeface="Cambria"/>
              <a:cs typeface="Cambria"/>
              <a:sym typeface="Cambria"/>
            </a:endParaRPr>
          </a:p>
        </p:txBody>
      </p:sp>
      <p:sp>
        <p:nvSpPr>
          <p:cNvPr id="1569" name="Google Shape;1569;p53"/>
          <p:cNvSpPr txBox="1"/>
          <p:nvPr/>
        </p:nvSpPr>
        <p:spPr>
          <a:xfrm>
            <a:off x="4687390" y="4702500"/>
            <a:ext cx="4624800" cy="4410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200">
                <a:solidFill>
                  <a:schemeClr val="dk1"/>
                </a:solidFill>
                <a:latin typeface="Cambria"/>
                <a:ea typeface="Cambria"/>
                <a:cs typeface="Cambria"/>
                <a:sym typeface="Cambria"/>
              </a:rPr>
              <a:t>Validation loss decreases over epochs, reflecting better model fit and reduced prediction error on unseen data.</a:t>
            </a:r>
            <a:endParaRPr sz="1200">
              <a:solidFill>
                <a:schemeClr val="dk1"/>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3"/>
        <p:cNvGrpSpPr/>
        <p:nvPr/>
      </p:nvGrpSpPr>
      <p:grpSpPr>
        <a:xfrm>
          <a:off x="0" y="0"/>
          <a:ext cx="0" cy="0"/>
          <a:chOff x="0" y="0"/>
          <a:chExt cx="0" cy="0"/>
        </a:xfrm>
      </p:grpSpPr>
      <p:sp>
        <p:nvSpPr>
          <p:cNvPr id="1574" name="Google Shape;1574;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Results:Cart Detection</a:t>
            </a:r>
            <a:endParaRPr/>
          </a:p>
        </p:txBody>
      </p:sp>
      <p:graphicFrame>
        <p:nvGraphicFramePr>
          <p:cNvPr id="1575" name="Google Shape;1575;p54"/>
          <p:cNvGraphicFramePr/>
          <p:nvPr/>
        </p:nvGraphicFramePr>
        <p:xfrm>
          <a:off x="952500" y="1129775"/>
          <a:ext cx="7239000" cy="2194410"/>
        </p:xfrm>
        <a:graphic>
          <a:graphicData uri="http://schemas.openxmlformats.org/drawingml/2006/table">
            <a:tbl>
              <a:tblPr>
                <a:noFill/>
                <a:tableStyleId>{5F780D4E-5386-4E41-986B-1C15554F0A9B}</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
                          <a:latin typeface="Cambria"/>
                          <a:ea typeface="Cambria"/>
                          <a:cs typeface="Cambria"/>
                          <a:sym typeface="Cambria"/>
                        </a:rPr>
                        <a:t>Metric</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Baseline Model</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Our Model</a:t>
                      </a:r>
                      <a:endParaRPr>
                        <a:latin typeface="Cambria"/>
                        <a:ea typeface="Cambria"/>
                        <a:cs typeface="Cambria"/>
                        <a:sym typeface="Cambria"/>
                      </a:endParaRPr>
                    </a:p>
                    <a:p>
                      <a:pPr marL="0" lvl="0" indent="0" algn="l" rtl="0">
                        <a:spcBef>
                          <a:spcPts val="0"/>
                        </a:spcBef>
                        <a:spcAft>
                          <a:spcPts val="0"/>
                        </a:spcAft>
                        <a:buNone/>
                      </a:pP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Which is Better</a:t>
                      </a:r>
                      <a:endParaRPr>
                        <a:latin typeface="Cambria"/>
                        <a:ea typeface="Cambria"/>
                        <a:cs typeface="Cambria"/>
                        <a:sym typeface="Cambria"/>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Cambria"/>
                          <a:ea typeface="Cambria"/>
                          <a:cs typeface="Cambria"/>
                          <a:sym typeface="Cambria"/>
                        </a:rPr>
                        <a:t>mAP</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0.4548</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0.6470</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Our Model</a:t>
                      </a:r>
                      <a:endParaRPr>
                        <a:latin typeface="Cambria"/>
                        <a:ea typeface="Cambria"/>
                        <a:cs typeface="Cambria"/>
                        <a:sym typeface="Cambria"/>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latin typeface="Cambria"/>
                          <a:ea typeface="Cambria"/>
                          <a:cs typeface="Cambria"/>
                          <a:sym typeface="Cambria"/>
                        </a:rPr>
                        <a:t>Precision</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0.1882</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0.0431</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Baseline</a:t>
                      </a:r>
                      <a:endParaRPr>
                        <a:latin typeface="Cambria"/>
                        <a:ea typeface="Cambria"/>
                        <a:cs typeface="Cambria"/>
                        <a:sym typeface="Cambria"/>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Cambria"/>
                          <a:ea typeface="Cambria"/>
                          <a:cs typeface="Cambria"/>
                          <a:sym typeface="Cambria"/>
                        </a:rPr>
                        <a:t>Recall</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0.5312</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0.8894</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Our Model</a:t>
                      </a:r>
                      <a:endParaRPr>
                        <a:latin typeface="Cambria"/>
                        <a:ea typeface="Cambria"/>
                        <a:cs typeface="Cambria"/>
                        <a:sym typeface="Cambria"/>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latin typeface="Cambria"/>
                          <a:ea typeface="Cambria"/>
                          <a:cs typeface="Cambria"/>
                          <a:sym typeface="Cambria"/>
                        </a:rPr>
                        <a:t>F1</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0.2693</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0.0808</a:t>
                      </a:r>
                      <a:endParaRPr>
                        <a:latin typeface="Cambria"/>
                        <a:ea typeface="Cambria"/>
                        <a:cs typeface="Cambria"/>
                        <a:sym typeface="Cambria"/>
                      </a:endParaRPr>
                    </a:p>
                  </a:txBody>
                  <a:tcPr marL="91425" marR="91425" marT="91425" marB="91425"/>
                </a:tc>
                <a:tc>
                  <a:txBody>
                    <a:bodyPr/>
                    <a:lstStyle/>
                    <a:p>
                      <a:pPr marL="0" lvl="0" indent="0" algn="l" rtl="0">
                        <a:spcBef>
                          <a:spcPts val="0"/>
                        </a:spcBef>
                        <a:spcAft>
                          <a:spcPts val="0"/>
                        </a:spcAft>
                        <a:buNone/>
                      </a:pPr>
                      <a:r>
                        <a:rPr lang="en">
                          <a:latin typeface="Cambria"/>
                          <a:ea typeface="Cambria"/>
                          <a:cs typeface="Cambria"/>
                          <a:sym typeface="Cambria"/>
                        </a:rPr>
                        <a:t>Baseline</a:t>
                      </a:r>
                      <a:endParaRPr>
                        <a:latin typeface="Cambria"/>
                        <a:ea typeface="Cambria"/>
                        <a:cs typeface="Cambria"/>
                        <a:sym typeface="Cambria"/>
                      </a:endParaRPr>
                    </a:p>
                  </a:txBody>
                  <a:tcPr marL="91425" marR="91425" marT="91425" marB="91425"/>
                </a:tc>
                <a:extLst>
                  <a:ext uri="{0D108BD9-81ED-4DB2-BD59-A6C34878D82A}">
                    <a16:rowId xmlns:a16="http://schemas.microsoft.com/office/drawing/2014/main" val="10004"/>
                  </a:ext>
                </a:extLst>
              </a:tr>
            </a:tbl>
          </a:graphicData>
        </a:graphic>
      </p:graphicFrame>
      <p:sp>
        <p:nvSpPr>
          <p:cNvPr id="1576" name="Google Shape;1576;p54"/>
          <p:cNvSpPr txBox="1"/>
          <p:nvPr/>
        </p:nvSpPr>
        <p:spPr>
          <a:xfrm>
            <a:off x="965725" y="3492500"/>
            <a:ext cx="7239000" cy="1561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dk1"/>
                </a:solidFill>
                <a:latin typeface="Cambria"/>
                <a:ea typeface="Cambria"/>
                <a:cs typeface="Cambria"/>
                <a:sym typeface="Cambria"/>
              </a:rPr>
              <a:t>Our Model achieves a much higher mAP@0.50 (0.647 vs. 0.455), which is the standard for comparing object detection models and is generally the most important metric for overall performance.</a:t>
            </a:r>
            <a:endParaRPr>
              <a:solidFill>
                <a:schemeClr val="dk1"/>
              </a:solidFill>
              <a:latin typeface="Cambria"/>
              <a:ea typeface="Cambria"/>
              <a:cs typeface="Cambria"/>
              <a:sym typeface="Cambria"/>
            </a:endParaRPr>
          </a:p>
          <a:p>
            <a:pPr marL="0" lvl="0" indent="0" algn="just" rtl="0">
              <a:spcBef>
                <a:spcPts val="0"/>
              </a:spcBef>
              <a:spcAft>
                <a:spcPts val="0"/>
              </a:spcAft>
              <a:buNone/>
            </a:pPr>
            <a:endParaRPr>
              <a:solidFill>
                <a:schemeClr val="dk1"/>
              </a:solidFill>
              <a:latin typeface="Cambria"/>
              <a:ea typeface="Cambria"/>
              <a:cs typeface="Cambria"/>
              <a:sym typeface="Cambria"/>
            </a:endParaRPr>
          </a:p>
          <a:p>
            <a:pPr marL="0" lvl="0" indent="0" algn="just" rtl="0">
              <a:spcBef>
                <a:spcPts val="0"/>
              </a:spcBef>
              <a:spcAft>
                <a:spcPts val="0"/>
              </a:spcAft>
              <a:buNone/>
            </a:pPr>
            <a:r>
              <a:rPr lang="en">
                <a:solidFill>
                  <a:schemeClr val="dk1"/>
                </a:solidFill>
                <a:latin typeface="Cambria"/>
                <a:ea typeface="Cambria"/>
                <a:cs typeface="Cambria"/>
                <a:sym typeface="Cambria"/>
              </a:rPr>
              <a:t>Our Model also has much higher recall (0.889 vs. 0.531), meaning it finds almost all objects, but it's precision is much lower (0.043 vs. 0.188), indicating it produces more false positives.</a:t>
            </a:r>
            <a:endParaRPr>
              <a:solidFill>
                <a:schemeClr val="dk1"/>
              </a:solidFill>
              <a:latin typeface="Cambria"/>
              <a:ea typeface="Cambria"/>
              <a:cs typeface="Cambria"/>
              <a:sym typeface="Cambria"/>
            </a:endParaRPr>
          </a:p>
          <a:p>
            <a:pPr marL="0" lvl="0" indent="0" algn="just" rtl="0">
              <a:spcBef>
                <a:spcPts val="0"/>
              </a:spcBef>
              <a:spcAft>
                <a:spcPts val="0"/>
              </a:spcAft>
              <a:buNone/>
            </a:pPr>
            <a:endParaRPr>
              <a:solidFill>
                <a:schemeClr val="dk1"/>
              </a:solidFill>
              <a:latin typeface="Cambria"/>
              <a:ea typeface="Cambria"/>
              <a:cs typeface="Cambria"/>
              <a:sym typeface="Cambria"/>
            </a:endParaRPr>
          </a:p>
          <a:p>
            <a:pPr marL="0" lvl="0" indent="0" algn="just" rtl="0">
              <a:spcBef>
                <a:spcPts val="0"/>
              </a:spcBef>
              <a:spcAft>
                <a:spcPts val="0"/>
              </a:spcAft>
              <a:buNone/>
            </a:pPr>
            <a:endParaRPr>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0"/>
        <p:cNvGrpSpPr/>
        <p:nvPr/>
      </p:nvGrpSpPr>
      <p:grpSpPr>
        <a:xfrm>
          <a:off x="0" y="0"/>
          <a:ext cx="0" cy="0"/>
          <a:chOff x="0" y="0"/>
          <a:chExt cx="0" cy="0"/>
        </a:xfrm>
      </p:grpSpPr>
      <p:sp>
        <p:nvSpPr>
          <p:cNvPr id="1581" name="Google Shape;1581;p55"/>
          <p:cNvSpPr txBox="1">
            <a:spLocks noGrp="1"/>
          </p:cNvSpPr>
          <p:nvPr>
            <p:ph type="title"/>
          </p:nvPr>
        </p:nvSpPr>
        <p:spPr>
          <a:xfrm>
            <a:off x="720000" y="926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Demonstration</a:t>
            </a:r>
            <a:endParaRPr dirty="0"/>
          </a:p>
        </p:txBody>
      </p:sp>
      <p:sp>
        <p:nvSpPr>
          <p:cNvPr id="1583" name="Google Shape;1583;p55"/>
          <p:cNvSpPr txBox="1"/>
          <p:nvPr/>
        </p:nvSpPr>
        <p:spPr>
          <a:xfrm>
            <a:off x="1162050" y="4604075"/>
            <a:ext cx="6819900" cy="358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dk1"/>
                </a:solidFill>
                <a:latin typeface="Poppins"/>
                <a:ea typeface="Poppins"/>
                <a:cs typeface="Poppins"/>
                <a:sym typeface="Poppins"/>
              </a:rPr>
              <a:t>Video comparing baseline model with our model to highlight accuracy improvement, memory buffer and handling of hidden objects. </a:t>
            </a:r>
            <a:endParaRPr>
              <a:solidFill>
                <a:schemeClr val="dk1"/>
              </a:solidFill>
              <a:latin typeface="Poppins"/>
              <a:ea typeface="Poppins"/>
              <a:cs typeface="Poppins"/>
              <a:sym typeface="Poppins"/>
            </a:endParaRPr>
          </a:p>
        </p:txBody>
      </p:sp>
      <p:sp>
        <p:nvSpPr>
          <p:cNvPr id="3" name="TextBox 2">
            <a:extLst>
              <a:ext uri="{FF2B5EF4-FFF2-40B4-BE49-F238E27FC236}">
                <a16:creationId xmlns:a16="http://schemas.microsoft.com/office/drawing/2014/main" id="{21386BE1-34D9-8169-6BE8-A7C36A835E24}"/>
              </a:ext>
            </a:extLst>
          </p:cNvPr>
          <p:cNvSpPr txBox="1"/>
          <p:nvPr/>
        </p:nvSpPr>
        <p:spPr>
          <a:xfrm>
            <a:off x="3362816" y="2263973"/>
            <a:ext cx="4619134" cy="307777"/>
          </a:xfrm>
          <a:prstGeom prst="rect">
            <a:avLst/>
          </a:prstGeom>
          <a:noFill/>
        </p:spPr>
        <p:txBody>
          <a:bodyPr wrap="square" rtlCol="0">
            <a:spAutoFit/>
          </a:bodyPr>
          <a:lstStyle/>
          <a:p>
            <a:r>
              <a:rPr lang="en-US" dirty="0">
                <a:hlinkClick r:id="rId3"/>
              </a:rPr>
              <a:t>Video Demo on Google Drive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7"/>
        <p:cNvGrpSpPr/>
        <p:nvPr/>
      </p:nvGrpSpPr>
      <p:grpSpPr>
        <a:xfrm>
          <a:off x="0" y="0"/>
          <a:ext cx="0" cy="0"/>
          <a:chOff x="0" y="0"/>
          <a:chExt cx="0" cy="0"/>
        </a:xfrm>
      </p:grpSpPr>
      <p:sp>
        <p:nvSpPr>
          <p:cNvPr id="1588" name="Google Shape;1588;p56"/>
          <p:cNvSpPr txBox="1">
            <a:spLocks noGrp="1"/>
          </p:cNvSpPr>
          <p:nvPr>
            <p:ph type="title"/>
          </p:nvPr>
        </p:nvSpPr>
        <p:spPr>
          <a:xfrm>
            <a:off x="720000" y="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Demonstration</a:t>
            </a:r>
            <a:endParaRPr/>
          </a:p>
        </p:txBody>
      </p:sp>
      <p:pic>
        <p:nvPicPr>
          <p:cNvPr id="1589" name="Google Shape;1589;p56"/>
          <p:cNvPicPr preferRelativeResize="0"/>
          <p:nvPr/>
        </p:nvPicPr>
        <p:blipFill>
          <a:blip r:embed="rId3">
            <a:alphaModFix/>
          </a:blip>
          <a:stretch>
            <a:fillRect/>
          </a:stretch>
        </p:blipFill>
        <p:spPr>
          <a:xfrm>
            <a:off x="253375" y="572700"/>
            <a:ext cx="8508299" cy="3789800"/>
          </a:xfrm>
          <a:prstGeom prst="rect">
            <a:avLst/>
          </a:prstGeom>
          <a:noFill/>
          <a:ln>
            <a:noFill/>
          </a:ln>
        </p:spPr>
      </p:pic>
      <p:sp>
        <p:nvSpPr>
          <p:cNvPr id="1590" name="Google Shape;1590;p56"/>
          <p:cNvSpPr txBox="1"/>
          <p:nvPr/>
        </p:nvSpPr>
        <p:spPr>
          <a:xfrm>
            <a:off x="354325" y="4490100"/>
            <a:ext cx="8306400" cy="6534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a:solidFill>
                  <a:schemeClr val="dk1"/>
                </a:solidFill>
                <a:latin typeface="Cambria"/>
                <a:ea typeface="Cambria"/>
                <a:cs typeface="Cambria"/>
                <a:sym typeface="Cambria"/>
              </a:rPr>
              <a:t>Blue bounding boxes identify objects (mainly people) and the red rectangles represents the hotzone which identifies the commonly traveled path between cooking packets and the heating appliances.</a:t>
            </a:r>
            <a:endParaRPr>
              <a:solidFill>
                <a:schemeClr val="dk1"/>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4"/>
        <p:cNvGrpSpPr/>
        <p:nvPr/>
      </p:nvGrpSpPr>
      <p:grpSpPr>
        <a:xfrm>
          <a:off x="0" y="0"/>
          <a:ext cx="0" cy="0"/>
          <a:chOff x="0" y="0"/>
          <a:chExt cx="0" cy="0"/>
        </a:xfrm>
      </p:grpSpPr>
      <p:sp>
        <p:nvSpPr>
          <p:cNvPr id="1595" name="Google Shape;1595;p57"/>
          <p:cNvSpPr txBox="1">
            <a:spLocks noGrp="1"/>
          </p:cNvSpPr>
          <p:nvPr>
            <p:ph type="title"/>
          </p:nvPr>
        </p:nvSpPr>
        <p:spPr>
          <a:xfrm>
            <a:off x="720000" y="8307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Demonstration</a:t>
            </a:r>
            <a:endParaRPr/>
          </a:p>
        </p:txBody>
      </p:sp>
      <p:pic>
        <p:nvPicPr>
          <p:cNvPr id="1596" name="Google Shape;1596;p57" title="image_after.png"/>
          <p:cNvPicPr preferRelativeResize="0"/>
          <p:nvPr/>
        </p:nvPicPr>
        <p:blipFill>
          <a:blip r:embed="rId3">
            <a:alphaModFix/>
          </a:blip>
          <a:stretch>
            <a:fillRect/>
          </a:stretch>
        </p:blipFill>
        <p:spPr>
          <a:xfrm>
            <a:off x="567725" y="809113"/>
            <a:ext cx="4435701" cy="2877475"/>
          </a:xfrm>
          <a:prstGeom prst="rect">
            <a:avLst/>
          </a:prstGeom>
          <a:noFill/>
          <a:ln>
            <a:noFill/>
          </a:ln>
        </p:spPr>
      </p:pic>
      <p:pic>
        <p:nvPicPr>
          <p:cNvPr id="1597" name="Google Shape;1597;p57" title="Screenshot 2025-04-23 at 2.40.19 PM.png"/>
          <p:cNvPicPr preferRelativeResize="0"/>
          <p:nvPr/>
        </p:nvPicPr>
        <p:blipFill>
          <a:blip r:embed="rId4">
            <a:alphaModFix/>
          </a:blip>
          <a:stretch>
            <a:fillRect/>
          </a:stretch>
        </p:blipFill>
        <p:spPr>
          <a:xfrm>
            <a:off x="5193950" y="858100"/>
            <a:ext cx="3084675" cy="2828500"/>
          </a:xfrm>
          <a:prstGeom prst="rect">
            <a:avLst/>
          </a:prstGeom>
          <a:noFill/>
          <a:ln>
            <a:noFill/>
          </a:ln>
        </p:spPr>
      </p:pic>
      <p:sp>
        <p:nvSpPr>
          <p:cNvPr id="1598" name="Google Shape;1598;p57"/>
          <p:cNvSpPr txBox="1">
            <a:spLocks noGrp="1"/>
          </p:cNvSpPr>
          <p:nvPr>
            <p:ph type="subTitle" idx="3"/>
          </p:nvPr>
        </p:nvSpPr>
        <p:spPr>
          <a:xfrm>
            <a:off x="567725" y="3839925"/>
            <a:ext cx="7710900" cy="1015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a:latin typeface="Cambria"/>
                <a:ea typeface="Cambria"/>
                <a:cs typeface="Cambria"/>
                <a:sym typeface="Cambria"/>
              </a:rPr>
              <a:t>Product detection and count on before and after images. </a:t>
            </a:r>
            <a:endParaRPr>
              <a:latin typeface="Cambria"/>
              <a:ea typeface="Cambria"/>
              <a:cs typeface="Cambria"/>
              <a:sym typeface="Cambria"/>
            </a:endParaRPr>
          </a:p>
          <a:p>
            <a:pPr marL="0" lvl="0" indent="0" algn="just" rtl="0">
              <a:spcBef>
                <a:spcPts val="0"/>
              </a:spcBef>
              <a:spcAft>
                <a:spcPts val="0"/>
              </a:spcAft>
              <a:buNone/>
            </a:pPr>
            <a:r>
              <a:rPr lang="en">
                <a:latin typeface="Cambria"/>
                <a:ea typeface="Cambria"/>
                <a:cs typeface="Cambria"/>
                <a:sym typeface="Cambria"/>
              </a:rPr>
              <a:t>Evaluation of top 3 sold products from the image analysis to identify most selling products. </a:t>
            </a:r>
            <a:endParaRPr>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02"/>
        <p:cNvGrpSpPr/>
        <p:nvPr/>
      </p:nvGrpSpPr>
      <p:grpSpPr>
        <a:xfrm>
          <a:off x="0" y="0"/>
          <a:ext cx="0" cy="0"/>
          <a:chOff x="0" y="0"/>
          <a:chExt cx="0" cy="0"/>
        </a:xfrm>
      </p:grpSpPr>
      <p:sp>
        <p:nvSpPr>
          <p:cNvPr id="1603" name="Google Shape;1603;p58"/>
          <p:cNvSpPr txBox="1">
            <a:spLocks noGrp="1"/>
          </p:cNvSpPr>
          <p:nvPr>
            <p:ph type="subTitle" idx="1"/>
          </p:nvPr>
        </p:nvSpPr>
        <p:spPr>
          <a:xfrm>
            <a:off x="713225" y="1160775"/>
            <a:ext cx="3555900" cy="37674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Cambria"/>
              <a:buChar char="●"/>
            </a:pPr>
            <a:r>
              <a:rPr lang="en">
                <a:solidFill>
                  <a:srgbClr val="000000"/>
                </a:solidFill>
                <a:latin typeface="Cambria"/>
                <a:ea typeface="Cambria"/>
                <a:cs typeface="Cambria"/>
                <a:sym typeface="Cambria"/>
              </a:rPr>
              <a:t>AI-powered shelf detection helps automate stock monitoring and ensures timely restocking.</a:t>
            </a:r>
            <a:br>
              <a:rPr lang="en">
                <a:solidFill>
                  <a:srgbClr val="000000"/>
                </a:solidFill>
                <a:latin typeface="Cambria"/>
                <a:ea typeface="Cambria"/>
                <a:cs typeface="Cambria"/>
                <a:sym typeface="Cambria"/>
              </a:rPr>
            </a:b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Char char="●"/>
            </a:pPr>
            <a:r>
              <a:rPr lang="en">
                <a:solidFill>
                  <a:srgbClr val="000000"/>
                </a:solidFill>
                <a:latin typeface="Cambria"/>
                <a:ea typeface="Cambria"/>
                <a:cs typeface="Cambria"/>
                <a:sym typeface="Cambria"/>
              </a:rPr>
              <a:t>Customer footfall analysis using video processing identifies hot zones and product interaction trends.</a:t>
            </a:r>
            <a:endParaRPr>
              <a:solidFill>
                <a:srgbClr val="000000"/>
              </a:solidFill>
              <a:latin typeface="Cambria"/>
              <a:ea typeface="Cambria"/>
              <a:cs typeface="Cambria"/>
              <a:sym typeface="Cambria"/>
            </a:endParaRPr>
          </a:p>
          <a:p>
            <a:pPr marL="457200" lvl="0" indent="0" algn="just" rtl="0">
              <a:spcBef>
                <a:spcPts val="0"/>
              </a:spcBef>
              <a:spcAft>
                <a:spcPts val="0"/>
              </a:spcAft>
              <a:buNone/>
            </a:pPr>
            <a:endParaRPr>
              <a:solidFill>
                <a:srgbClr val="000000"/>
              </a:solidFill>
              <a:latin typeface="Cambria"/>
              <a:ea typeface="Cambria"/>
              <a:cs typeface="Cambria"/>
              <a:sym typeface="Cambria"/>
            </a:endParaRPr>
          </a:p>
          <a:p>
            <a:pPr marL="457200" lvl="0" indent="-317500" algn="just" rtl="0">
              <a:spcBef>
                <a:spcPts val="0"/>
              </a:spcBef>
              <a:spcAft>
                <a:spcPts val="0"/>
              </a:spcAft>
              <a:buClr>
                <a:srgbClr val="000000"/>
              </a:buClr>
              <a:buSzPts val="1400"/>
              <a:buFont typeface="Cambria"/>
              <a:buChar char="●"/>
            </a:pPr>
            <a:r>
              <a:rPr lang="en">
                <a:solidFill>
                  <a:srgbClr val="000000"/>
                </a:solidFill>
                <a:latin typeface="Cambria"/>
                <a:ea typeface="Cambria"/>
                <a:cs typeface="Cambria"/>
                <a:sym typeface="Cambria"/>
              </a:rPr>
              <a:t>Smart cart detection allows for easy data-entries and a user friendly experience.</a:t>
            </a:r>
            <a:endParaRPr>
              <a:solidFill>
                <a:srgbClr val="000000"/>
              </a:solidFill>
              <a:latin typeface="Cambria"/>
              <a:ea typeface="Cambria"/>
              <a:cs typeface="Cambria"/>
              <a:sym typeface="Cambria"/>
            </a:endParaRPr>
          </a:p>
          <a:p>
            <a:pPr marL="0" lvl="0" indent="0" algn="l" rtl="0">
              <a:spcBef>
                <a:spcPts val="0"/>
              </a:spcBef>
              <a:spcAft>
                <a:spcPts val="0"/>
              </a:spcAft>
              <a:buNone/>
            </a:pPr>
            <a:endParaRPr>
              <a:solidFill>
                <a:srgbClr val="000000"/>
              </a:solidFill>
              <a:latin typeface="Cambria"/>
              <a:ea typeface="Cambria"/>
              <a:cs typeface="Cambria"/>
              <a:sym typeface="Cambria"/>
            </a:endParaRPr>
          </a:p>
          <a:p>
            <a:pPr marL="0" lvl="0" indent="0" algn="ctr" rtl="0">
              <a:spcBef>
                <a:spcPts val="0"/>
              </a:spcBef>
              <a:spcAft>
                <a:spcPts val="0"/>
              </a:spcAft>
              <a:buNone/>
            </a:pPr>
            <a:r>
              <a:rPr lang="en" b="1">
                <a:solidFill>
                  <a:srgbClr val="000000"/>
                </a:solidFill>
                <a:latin typeface="Cambria"/>
                <a:ea typeface="Cambria"/>
                <a:cs typeface="Cambria"/>
                <a:sym typeface="Cambria"/>
              </a:rPr>
              <a:t>Combining video insights with sales data enhances decision-making, improves operations, and boosts revenue.</a:t>
            </a:r>
            <a:endParaRPr b="1">
              <a:latin typeface="Cambria"/>
              <a:ea typeface="Cambria"/>
              <a:cs typeface="Cambria"/>
              <a:sym typeface="Cambria"/>
            </a:endParaRPr>
          </a:p>
        </p:txBody>
      </p:sp>
      <p:sp>
        <p:nvSpPr>
          <p:cNvPr id="1604" name="Google Shape;1604;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 &amp; Discussion</a:t>
            </a:r>
            <a:endParaRPr/>
          </a:p>
        </p:txBody>
      </p:sp>
      <p:sp>
        <p:nvSpPr>
          <p:cNvPr id="1605" name="Google Shape;1605;p58"/>
          <p:cNvSpPr txBox="1"/>
          <p:nvPr/>
        </p:nvSpPr>
        <p:spPr>
          <a:xfrm>
            <a:off x="4735825" y="1217925"/>
            <a:ext cx="3990900" cy="3424500"/>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Clr>
                <a:schemeClr val="dk1"/>
              </a:buClr>
              <a:buSzPts val="1400"/>
              <a:buFont typeface="Cambria"/>
              <a:buChar char="●"/>
            </a:pPr>
            <a:r>
              <a:rPr lang="en">
                <a:solidFill>
                  <a:schemeClr val="dk1"/>
                </a:solidFill>
                <a:latin typeface="Cambria"/>
                <a:ea typeface="Cambria"/>
                <a:cs typeface="Cambria"/>
                <a:sym typeface="Cambria"/>
              </a:rPr>
              <a:t>There are still edge cases like video disruption causing problems with memory buffer implementation issues on forward applications like heatmaps.</a:t>
            </a:r>
            <a:endParaRPr>
              <a:solidFill>
                <a:schemeClr val="dk1"/>
              </a:solidFill>
              <a:latin typeface="Cambria"/>
              <a:ea typeface="Cambria"/>
              <a:cs typeface="Cambria"/>
              <a:sym typeface="Cambria"/>
            </a:endParaRPr>
          </a:p>
          <a:p>
            <a:pPr marL="457200" lvl="0" indent="0" algn="just" rtl="0">
              <a:lnSpc>
                <a:spcPct val="115000"/>
              </a:lnSpc>
              <a:spcBef>
                <a:spcPts val="0"/>
              </a:spcBef>
              <a:spcAft>
                <a:spcPts val="0"/>
              </a:spcAft>
              <a:buNone/>
            </a:pPr>
            <a:endParaRPr>
              <a:solidFill>
                <a:schemeClr val="dk1"/>
              </a:solidFill>
              <a:latin typeface="Cambria"/>
              <a:ea typeface="Cambria"/>
              <a:cs typeface="Cambria"/>
              <a:sym typeface="Cambria"/>
            </a:endParaRPr>
          </a:p>
          <a:p>
            <a:pPr marL="457200" lvl="0" indent="-317500" algn="just" rtl="0">
              <a:lnSpc>
                <a:spcPct val="115000"/>
              </a:lnSpc>
              <a:spcBef>
                <a:spcPts val="0"/>
              </a:spcBef>
              <a:spcAft>
                <a:spcPts val="0"/>
              </a:spcAft>
              <a:buClr>
                <a:schemeClr val="dk1"/>
              </a:buClr>
              <a:buSzPts val="1400"/>
              <a:buFont typeface="Cambria"/>
              <a:buChar char="●"/>
            </a:pPr>
            <a:r>
              <a:rPr lang="en">
                <a:solidFill>
                  <a:schemeClr val="dk1"/>
                </a:solidFill>
                <a:latin typeface="Cambria"/>
                <a:ea typeface="Cambria"/>
                <a:cs typeface="Cambria"/>
                <a:sym typeface="Cambria"/>
              </a:rPr>
              <a:t>Our models could used a revamped UI which hides technical information and makes it more user friendly. </a:t>
            </a:r>
            <a:endParaRPr>
              <a:solidFill>
                <a:schemeClr val="dk1"/>
              </a:solidFill>
              <a:latin typeface="Cambria"/>
              <a:ea typeface="Cambria"/>
              <a:cs typeface="Cambria"/>
              <a:sym typeface="Cambria"/>
            </a:endParaRPr>
          </a:p>
          <a:p>
            <a:pPr marL="457200" lvl="0" indent="0" algn="just" rtl="0">
              <a:lnSpc>
                <a:spcPct val="115000"/>
              </a:lnSpc>
              <a:spcBef>
                <a:spcPts val="0"/>
              </a:spcBef>
              <a:spcAft>
                <a:spcPts val="0"/>
              </a:spcAft>
              <a:buNone/>
            </a:pPr>
            <a:endParaRPr>
              <a:solidFill>
                <a:schemeClr val="dk1"/>
              </a:solidFill>
              <a:latin typeface="Cambria"/>
              <a:ea typeface="Cambria"/>
              <a:cs typeface="Cambria"/>
              <a:sym typeface="Cambria"/>
            </a:endParaRPr>
          </a:p>
          <a:p>
            <a:pPr marL="457200" lvl="0" indent="-317500" algn="just" rtl="0">
              <a:lnSpc>
                <a:spcPct val="115000"/>
              </a:lnSpc>
              <a:spcBef>
                <a:spcPts val="0"/>
              </a:spcBef>
              <a:spcAft>
                <a:spcPts val="0"/>
              </a:spcAft>
              <a:buClr>
                <a:schemeClr val="dk1"/>
              </a:buClr>
              <a:buSzPts val="1400"/>
              <a:buFont typeface="Cambria"/>
              <a:buChar char="●"/>
            </a:pPr>
            <a:r>
              <a:rPr lang="en">
                <a:solidFill>
                  <a:schemeClr val="dk1"/>
                </a:solidFill>
                <a:latin typeface="Cambria"/>
                <a:ea typeface="Cambria"/>
                <a:cs typeface="Cambria"/>
                <a:sym typeface="Cambria"/>
              </a:rPr>
              <a:t>Our models could be implemented in a way that allows for a more seamless experience.</a:t>
            </a:r>
            <a:endParaRPr>
              <a:solidFill>
                <a:schemeClr val="dk1"/>
              </a:solidFill>
              <a:latin typeface="Cambria"/>
              <a:ea typeface="Cambria"/>
              <a:cs typeface="Cambria"/>
              <a:sym typeface="Cambria"/>
            </a:endParaRPr>
          </a:p>
          <a:p>
            <a:pPr marL="457200" lvl="0" indent="0" algn="l" rtl="0">
              <a:lnSpc>
                <a:spcPct val="115000"/>
              </a:lnSpc>
              <a:spcBef>
                <a:spcPts val="0"/>
              </a:spcBef>
              <a:spcAft>
                <a:spcPts val="0"/>
              </a:spcAft>
              <a:buNone/>
            </a:pPr>
            <a:endParaRPr>
              <a:solidFill>
                <a:schemeClr val="dk1"/>
              </a:solidFill>
              <a:latin typeface="Cambria"/>
              <a:ea typeface="Cambria"/>
              <a:cs typeface="Cambria"/>
              <a:sym typeface="Cambria"/>
            </a:endParaRPr>
          </a:p>
          <a:p>
            <a:pPr marL="0" lvl="0" indent="0" algn="ctr" rtl="0">
              <a:lnSpc>
                <a:spcPct val="115000"/>
              </a:lnSpc>
              <a:spcBef>
                <a:spcPts val="0"/>
              </a:spcBef>
              <a:spcAft>
                <a:spcPts val="0"/>
              </a:spcAft>
              <a:buNone/>
            </a:pPr>
            <a:r>
              <a:rPr lang="en" b="1">
                <a:solidFill>
                  <a:schemeClr val="dk1"/>
                </a:solidFill>
                <a:latin typeface="Cambria"/>
                <a:ea typeface="Cambria"/>
                <a:cs typeface="Cambria"/>
                <a:sym typeface="Cambria"/>
              </a:rPr>
              <a:t>But, our models show improvement on baseline and combine to solve a variety of problems. </a:t>
            </a:r>
            <a:endParaRPr b="1">
              <a:solidFill>
                <a:schemeClr val="dk1"/>
              </a:solidFill>
              <a:latin typeface="Cambria"/>
              <a:ea typeface="Cambria"/>
              <a:cs typeface="Cambria"/>
              <a:sym typeface="Cambria"/>
            </a:endParaRPr>
          </a:p>
          <a:p>
            <a:pPr marL="0" lvl="0" indent="0" algn="ctr" rtl="0">
              <a:spcBef>
                <a:spcPts val="0"/>
              </a:spcBef>
              <a:spcAft>
                <a:spcPts val="0"/>
              </a:spcAft>
              <a:buNone/>
            </a:pPr>
            <a:endParaRPr>
              <a:solidFill>
                <a:schemeClr val="dk1"/>
              </a:solidFill>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9"/>
        <p:cNvGrpSpPr/>
        <p:nvPr/>
      </p:nvGrpSpPr>
      <p:grpSpPr>
        <a:xfrm>
          <a:off x="0" y="0"/>
          <a:ext cx="0" cy="0"/>
          <a:chOff x="0" y="0"/>
          <a:chExt cx="0" cy="0"/>
        </a:xfrm>
      </p:grpSpPr>
      <p:sp>
        <p:nvSpPr>
          <p:cNvPr id="1610" name="Google Shape;1610;p59"/>
          <p:cNvSpPr txBox="1">
            <a:spLocks noGrp="1"/>
          </p:cNvSpPr>
          <p:nvPr>
            <p:ph type="title"/>
          </p:nvPr>
        </p:nvSpPr>
        <p:spPr>
          <a:xfrm>
            <a:off x="1157300" y="1660550"/>
            <a:ext cx="5616600" cy="15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0"/>
              <a:t>Thanks!</a:t>
            </a:r>
            <a:endParaRPr sz="10000"/>
          </a:p>
        </p:txBody>
      </p:sp>
      <p:sp>
        <p:nvSpPr>
          <p:cNvPr id="1611" name="Google Shape;1611;p59"/>
          <p:cNvSpPr txBox="1"/>
          <p:nvPr/>
        </p:nvSpPr>
        <p:spPr>
          <a:xfrm>
            <a:off x="1157300" y="4388325"/>
            <a:ext cx="4151700" cy="26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Poppins"/>
                <a:ea typeface="Poppins"/>
                <a:cs typeface="Poppins"/>
                <a:sym typeface="Poppins"/>
              </a:rPr>
              <a:t>Please keep this slide for attribution</a:t>
            </a:r>
            <a:endParaRPr sz="1200">
              <a:solidFill>
                <a:schemeClr val="dk1"/>
              </a:solidFill>
              <a:latin typeface="Poppins"/>
              <a:ea typeface="Poppins"/>
              <a:cs typeface="Poppins"/>
              <a:sym typeface="Poppins"/>
            </a:endParaRPr>
          </a:p>
        </p:txBody>
      </p:sp>
      <p:grpSp>
        <p:nvGrpSpPr>
          <p:cNvPr id="1612" name="Google Shape;1612;p59"/>
          <p:cNvGrpSpPr/>
          <p:nvPr/>
        </p:nvGrpSpPr>
        <p:grpSpPr>
          <a:xfrm rot="10800000" flipH="1">
            <a:off x="6773992" y="-1205456"/>
            <a:ext cx="4151819" cy="5527900"/>
            <a:chOff x="6309526" y="836950"/>
            <a:chExt cx="3920509" cy="5219925"/>
          </a:xfrm>
        </p:grpSpPr>
        <p:pic>
          <p:nvPicPr>
            <p:cNvPr id="1613" name="Google Shape;1613;p59"/>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1614" name="Google Shape;1614;p59"/>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9"/>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9"/>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7" name="Google Shape;1617;p59"/>
            <p:cNvGrpSpPr/>
            <p:nvPr/>
          </p:nvGrpSpPr>
          <p:grpSpPr>
            <a:xfrm>
              <a:off x="7280400" y="3719575"/>
              <a:ext cx="582050" cy="582425"/>
              <a:chOff x="959750" y="3039275"/>
              <a:chExt cx="582050" cy="582425"/>
            </a:xfrm>
          </p:grpSpPr>
          <p:sp>
            <p:nvSpPr>
              <p:cNvPr id="1618" name="Google Shape;1618;p5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5" name="Google Shape;1625;p59"/>
            <p:cNvGrpSpPr/>
            <p:nvPr/>
          </p:nvGrpSpPr>
          <p:grpSpPr>
            <a:xfrm>
              <a:off x="7728436" y="3524084"/>
              <a:ext cx="134004" cy="134004"/>
              <a:chOff x="8356813" y="1074288"/>
              <a:chExt cx="351900" cy="351900"/>
            </a:xfrm>
          </p:grpSpPr>
          <p:sp>
            <p:nvSpPr>
              <p:cNvPr id="1626" name="Google Shape;1626;p5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8" name="Google Shape;1628;p59"/>
            <p:cNvGrpSpPr/>
            <p:nvPr/>
          </p:nvGrpSpPr>
          <p:grpSpPr>
            <a:xfrm>
              <a:off x="7344361" y="3150259"/>
              <a:ext cx="134004" cy="134004"/>
              <a:chOff x="8356813" y="1074288"/>
              <a:chExt cx="351900" cy="351900"/>
            </a:xfrm>
          </p:grpSpPr>
          <p:sp>
            <p:nvSpPr>
              <p:cNvPr id="1629" name="Google Shape;1629;p5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1" name="Google Shape;1631;p59"/>
            <p:cNvGrpSpPr/>
            <p:nvPr/>
          </p:nvGrpSpPr>
          <p:grpSpPr>
            <a:xfrm>
              <a:off x="8337811" y="2464059"/>
              <a:ext cx="134004" cy="134004"/>
              <a:chOff x="8356813" y="1074288"/>
              <a:chExt cx="351900" cy="351900"/>
            </a:xfrm>
          </p:grpSpPr>
          <p:sp>
            <p:nvSpPr>
              <p:cNvPr id="1632" name="Google Shape;1632;p5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4" name="Google Shape;1634;p59"/>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5" name="Google Shape;1635;p59"/>
            <p:cNvGrpSpPr/>
            <p:nvPr/>
          </p:nvGrpSpPr>
          <p:grpSpPr>
            <a:xfrm>
              <a:off x="8337812" y="3492483"/>
              <a:ext cx="699928" cy="1651024"/>
              <a:chOff x="8337812" y="3492483"/>
              <a:chExt cx="699928" cy="1651024"/>
            </a:xfrm>
          </p:grpSpPr>
          <p:sp>
            <p:nvSpPr>
              <p:cNvPr id="1636" name="Google Shape;1636;p5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9" name="Google Shape;1639;p59"/>
            <p:cNvGrpSpPr/>
            <p:nvPr/>
          </p:nvGrpSpPr>
          <p:grpSpPr>
            <a:xfrm>
              <a:off x="7945225" y="4302000"/>
              <a:ext cx="904666" cy="726121"/>
              <a:chOff x="7945225" y="4302000"/>
              <a:chExt cx="904666" cy="726121"/>
            </a:xfrm>
          </p:grpSpPr>
          <p:sp>
            <p:nvSpPr>
              <p:cNvPr id="1640" name="Google Shape;1640;p5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3" name="Google Shape;1643;p59"/>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4" name="Google Shape;1644;p59"/>
          <p:cNvGrpSpPr/>
          <p:nvPr/>
        </p:nvGrpSpPr>
        <p:grpSpPr>
          <a:xfrm>
            <a:off x="1234025" y="4151751"/>
            <a:ext cx="4558967" cy="134100"/>
            <a:chOff x="796100" y="3019701"/>
            <a:chExt cx="4558967" cy="134100"/>
          </a:xfrm>
        </p:grpSpPr>
        <p:sp>
          <p:nvSpPr>
            <p:cNvPr id="1645" name="Google Shape;1645;p5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46" name="Google Shape;1646;p5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647" name="Google Shape;1647;p5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8" name="Google Shape;1648;p59"/>
          <p:cNvSpPr/>
          <p:nvPr/>
        </p:nvSpPr>
        <p:spPr>
          <a:xfrm>
            <a:off x="1082725" y="3358550"/>
            <a:ext cx="5566200" cy="690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1649" name="Google Shape;1649;p59"/>
          <p:cNvSpPr/>
          <p:nvPr/>
        </p:nvSpPr>
        <p:spPr>
          <a:xfrm>
            <a:off x="155000" y="4358325"/>
            <a:ext cx="3781500" cy="320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1650" name="Google Shape;1650;p59"/>
          <p:cNvSpPr txBox="1">
            <a:spLocks noGrp="1"/>
          </p:cNvSpPr>
          <p:nvPr>
            <p:ph type="subTitle" idx="1"/>
          </p:nvPr>
        </p:nvSpPr>
        <p:spPr>
          <a:xfrm>
            <a:off x="1227800" y="3407000"/>
            <a:ext cx="5475600" cy="59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Questions? Feedback?</a:t>
            </a:r>
            <a:endParaRPr sz="28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997</Words>
  <Application>Microsoft Macintosh PowerPoint</Application>
  <PresentationFormat>On-screen Show (16:9)</PresentationFormat>
  <Paragraphs>123</Paragraphs>
  <Slides>16</Slides>
  <Notes>16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IBM Plex Mono</vt:lpstr>
      <vt:lpstr>Source Code Pro</vt:lpstr>
      <vt:lpstr>Open Sans</vt:lpstr>
      <vt:lpstr>Poppins</vt:lpstr>
      <vt:lpstr>PT Sans</vt:lpstr>
      <vt:lpstr>Cambria</vt:lpstr>
      <vt:lpstr>Arial</vt:lpstr>
      <vt:lpstr>Roboto Condensed Light</vt:lpstr>
      <vt:lpstr>Simple Light</vt:lpstr>
      <vt:lpstr>Introduction to Coding Workshop by Slidesgo</vt:lpstr>
      <vt:lpstr>AI-Powered Retail Analytics Using Object Detection</vt:lpstr>
      <vt:lpstr>Agenda</vt:lpstr>
      <vt:lpstr>Motivation and Problem Definition</vt:lpstr>
      <vt:lpstr>Project Objectives</vt:lpstr>
      <vt:lpstr>Baseline &amp; Related Work</vt:lpstr>
      <vt:lpstr>Method</vt:lpstr>
      <vt:lpstr>Method</vt:lpstr>
      <vt:lpstr>Datasets</vt:lpstr>
      <vt:lpstr>Results: Shelf Detection</vt:lpstr>
      <vt:lpstr>Results:Cart Detection</vt:lpstr>
      <vt:lpstr>Results:Cart Detection</vt:lpstr>
      <vt:lpstr>Demonstration</vt:lpstr>
      <vt:lpstr>Demonstration</vt:lpstr>
      <vt:lpstr>Demonstration</vt:lpstr>
      <vt:lpstr>Conclusion &amp; Discussion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Tejas Singhal</cp:lastModifiedBy>
  <cp:revision>3</cp:revision>
  <dcterms:modified xsi:type="dcterms:W3CDTF">2025-05-02T14:54:51Z</dcterms:modified>
</cp:coreProperties>
</file>